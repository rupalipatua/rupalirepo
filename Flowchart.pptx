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ata17.xml" ContentType="application/vnd.openxmlformats-officedocument.drawingml.diagramData+xml"/>
  <Override PartName="/ppt/diagrams/colors22.xml" ContentType="application/vnd.openxmlformats-officedocument.drawingml.diagramColor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diagrams/data24.xml" ContentType="application/vnd.openxmlformats-officedocument.drawingml.diagramData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quickStyle17.xml" ContentType="application/vnd.openxmlformats-officedocument.drawingml.diagramStyle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20.xml" ContentType="application/vnd.openxmlformats-officedocument.drawingml.diagramStyle+xml"/>
  <Override PartName="/ppt/notesSlides/notesSlide7.xml" ContentType="application/vnd.openxmlformats-officedocument.presentationml.notesSlide+xml"/>
  <Override PartName="/ppt/diagrams/layout24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12.xml" ContentType="application/vnd.openxmlformats-officedocument.drawingml.diagramColors+xml"/>
  <Override PartName="/ppt/notesSlides/notesSlide3.xml" ContentType="application/vnd.openxmlformats-officedocument.presentationml.notesSlide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diagrams/data21.xml" ContentType="application/vnd.openxmlformats-officedocument.drawingml.diagramData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quickStyle16.xml" ContentType="application/vnd.openxmlformats-officedocument.drawingml.diagramStyle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layout18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notesSlides/notesSlide8.xml" ContentType="application/vnd.openxmlformats-officedocument.presentationml.notesSlide+xml"/>
  <Override PartName="/ppt/diagrams/quickStyle23.xml" ContentType="application/vnd.openxmlformats-officedocument.drawingml.diagramStyl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notesSlides/notesSlide6.xml" ContentType="application/vnd.openxmlformats-officedocument.presentationml.notesSlide+xml"/>
  <Override PartName="/ppt/diagrams/layout23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notesSlides/notesSlide4.xml" ContentType="application/vnd.openxmlformats-officedocument.presentationml.notesSlide+xml"/>
  <Override PartName="/ppt/diagrams/colors24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65" r:id="rId4"/>
    <p:sldId id="271" r:id="rId5"/>
    <p:sldId id="260" r:id="rId6"/>
    <p:sldId id="266" r:id="rId7"/>
    <p:sldId id="269" r:id="rId8"/>
    <p:sldId id="270" r:id="rId9"/>
    <p:sldId id="267" r:id="rId10"/>
    <p:sldId id="261" r:id="rId11"/>
    <p:sldId id="272" r:id="rId12"/>
    <p:sldId id="276" r:id="rId13"/>
    <p:sldId id="277" r:id="rId14"/>
    <p:sldId id="278" r:id="rId15"/>
    <p:sldId id="279" r:id="rId16"/>
    <p:sldId id="274" r:id="rId17"/>
    <p:sldId id="273" r:id="rId18"/>
    <p:sldId id="275" r:id="rId19"/>
    <p:sldId id="268" r:id="rId20"/>
    <p:sldId id="262" r:id="rId21"/>
    <p:sldId id="264" r:id="rId22"/>
    <p:sldId id="263" r:id="rId23"/>
    <p:sldId id="259" r:id="rId24"/>
    <p:sldId id="257" r:id="rId25"/>
  </p:sldIdLst>
  <p:sldSz cx="12190413" cy="6862763"/>
  <p:notesSz cx="6858000" cy="9144000"/>
  <p:defaultTextStyle>
    <a:defPPr>
      <a:defRPr lang="en-US"/>
    </a:defPPr>
    <a:lvl1pPr marL="0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342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685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3027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7369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1712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054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396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4739" algn="l" defTabSz="108868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B5E4"/>
    <a:srgbClr val="D99694"/>
    <a:srgbClr val="CA6A68"/>
    <a:srgbClr val="D07C7A"/>
    <a:srgbClr val="32C884"/>
    <a:srgbClr val="44D091"/>
    <a:srgbClr val="3ACE8B"/>
    <a:srgbClr val="5FD7A1"/>
    <a:srgbClr val="69D9A6"/>
    <a:srgbClr val="84E0B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35" autoAdjust="0"/>
    <p:restoredTop sz="94660"/>
  </p:normalViewPr>
  <p:slideViewPr>
    <p:cSldViewPr>
      <p:cViewPr>
        <p:scale>
          <a:sx n="70" d="100"/>
          <a:sy n="70" d="100"/>
        </p:scale>
        <p:origin x="-714" y="-54"/>
      </p:cViewPr>
      <p:guideLst>
        <p:guide orient="horz" pos="216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820F71-79AA-414E-8059-8101EFC61C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28868E-BEAA-44BD-AFA8-3314004777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B65AB"/>
              </a:solidFill>
            </a:rPr>
            <a:t>1. Random protein pair not  present in  PPI</a:t>
          </a:r>
          <a:endParaRPr lang="en-US" sz="1400" dirty="0">
            <a:solidFill>
              <a:srgbClr val="2B65AB"/>
            </a:solidFill>
          </a:endParaRPr>
        </a:p>
      </dgm:t>
    </dgm:pt>
    <dgm:pt modelId="{7C1C0A76-9FE4-40F4-B5E1-AF28841F5F4B}" type="parTrans" cxnId="{ECBB19D3-35AB-440C-9B5E-995E38B3C36A}">
      <dgm:prSet/>
      <dgm:spPr/>
      <dgm:t>
        <a:bodyPr/>
        <a:lstStyle/>
        <a:p>
          <a:endParaRPr lang="en-US"/>
        </a:p>
      </dgm:t>
    </dgm:pt>
    <dgm:pt modelId="{CA3FD399-5F48-4B32-9147-A2195629516F}" type="sibTrans" cxnId="{ECBB19D3-35AB-440C-9B5E-995E38B3C36A}">
      <dgm:prSet/>
      <dgm:spPr/>
      <dgm:t>
        <a:bodyPr/>
        <a:lstStyle/>
        <a:p>
          <a:endParaRPr lang="en-US"/>
        </a:p>
      </dgm:t>
    </dgm:pt>
    <dgm:pt modelId="{F09D99F0-1BD8-4248-868E-AC1E374673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E6CB8"/>
              </a:solidFill>
            </a:rPr>
            <a:t>2. Protein pair with different </a:t>
          </a:r>
          <a:r>
            <a:rPr lang="en-US" sz="1400" dirty="0" err="1" smtClean="0">
              <a:solidFill>
                <a:srgbClr val="2E6CB8"/>
              </a:solidFill>
            </a:rPr>
            <a:t>subcellular</a:t>
          </a:r>
          <a:r>
            <a:rPr lang="en-US" sz="1400" dirty="0" smtClean="0">
              <a:solidFill>
                <a:srgbClr val="2E6CB8"/>
              </a:solidFill>
            </a:rPr>
            <a:t> locations</a:t>
          </a:r>
          <a:endParaRPr lang="en-US" sz="1400" dirty="0">
            <a:solidFill>
              <a:srgbClr val="2E6CB8"/>
            </a:solidFill>
          </a:endParaRPr>
        </a:p>
      </dgm:t>
    </dgm:pt>
    <dgm:pt modelId="{777A4301-8ED0-4198-AE96-6A8BB087D8BA}" type="parTrans" cxnId="{6E48C986-B703-4787-8A3D-084A4BF4CB93}">
      <dgm:prSet/>
      <dgm:spPr/>
      <dgm:t>
        <a:bodyPr/>
        <a:lstStyle/>
        <a:p>
          <a:endParaRPr lang="en-US"/>
        </a:p>
      </dgm:t>
    </dgm:pt>
    <dgm:pt modelId="{A3D31004-1982-4073-82F1-6F40CCF38893}" type="sibTrans" cxnId="{6E48C986-B703-4787-8A3D-084A4BF4CB93}">
      <dgm:prSet/>
      <dgm:spPr/>
      <dgm:t>
        <a:bodyPr/>
        <a:lstStyle/>
        <a:p>
          <a:endParaRPr lang="en-US"/>
        </a:p>
      </dgm:t>
    </dgm:pt>
    <dgm:pt modelId="{3289AB6C-D866-43B4-B037-AEC6B77FF1DD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3174C5"/>
              </a:solidFill>
            </a:rPr>
            <a:t>3. </a:t>
          </a:r>
          <a:r>
            <a:rPr lang="en-US" sz="1400" dirty="0" err="1" smtClean="0">
              <a:solidFill>
                <a:srgbClr val="3174C5"/>
              </a:solidFill>
            </a:rPr>
            <a:t>Atleast</a:t>
          </a:r>
          <a:r>
            <a:rPr lang="en-US" sz="1400" dirty="0" smtClean="0">
              <a:solidFill>
                <a:srgbClr val="3174C5"/>
              </a:solidFill>
            </a:rPr>
            <a:t> 3-hop path between protein pair in PPI graph</a:t>
          </a:r>
          <a:endParaRPr lang="en-US" sz="1400" dirty="0">
            <a:solidFill>
              <a:srgbClr val="3174C5"/>
            </a:solidFill>
          </a:endParaRPr>
        </a:p>
      </dgm:t>
    </dgm:pt>
    <dgm:pt modelId="{65B53774-C962-4F48-885B-CB033A4005E8}" type="parTrans" cxnId="{821138CC-D03C-4343-9480-EF13C791086D}">
      <dgm:prSet/>
      <dgm:spPr/>
      <dgm:t>
        <a:bodyPr/>
        <a:lstStyle/>
        <a:p>
          <a:endParaRPr lang="en-US"/>
        </a:p>
      </dgm:t>
    </dgm:pt>
    <dgm:pt modelId="{C69F8DB2-B234-4C99-8C2C-32D2C0C1A1EE}" type="sibTrans" cxnId="{821138CC-D03C-4343-9480-EF13C791086D}">
      <dgm:prSet/>
      <dgm:spPr/>
      <dgm:t>
        <a:bodyPr/>
        <a:lstStyle/>
        <a:p>
          <a:endParaRPr lang="en-US"/>
        </a:p>
      </dgm:t>
    </dgm:pt>
    <dgm:pt modelId="{DB117A12-467A-438E-85B2-16E38CC3866B}" type="pres">
      <dgm:prSet presAssocID="{DB820F71-79AA-414E-8059-8101EFC61C2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5C72CB-5B50-4A32-ABE0-CC4FB3A9BEBB}" type="pres">
      <dgm:prSet presAssocID="{CD28868E-BEAA-44BD-AFA8-331400477735}" presName="parentLin" presStyleCnt="0"/>
      <dgm:spPr/>
    </dgm:pt>
    <dgm:pt modelId="{92D8A482-FD66-4F3B-91A4-E5553258C6B4}" type="pres">
      <dgm:prSet presAssocID="{CD28868E-BEAA-44BD-AFA8-3314004777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79F6CE2-472D-4D87-860B-59A9280B0599}" type="pres">
      <dgm:prSet presAssocID="{CD28868E-BEAA-44BD-AFA8-331400477735}" presName="parentText" presStyleLbl="node1" presStyleIdx="0" presStyleCnt="3" custScaleX="120867" custScaleY="286514" custLinFactNeighborY="-3596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185155-072C-4E4F-B891-73DA46502091}" type="pres">
      <dgm:prSet presAssocID="{CD28868E-BEAA-44BD-AFA8-331400477735}" presName="negativeSpace" presStyleCnt="0"/>
      <dgm:spPr/>
    </dgm:pt>
    <dgm:pt modelId="{231F835E-6F53-4B25-99E8-56ECB8EF8203}" type="pres">
      <dgm:prSet presAssocID="{CD28868E-BEAA-44BD-AFA8-331400477735}" presName="childText" presStyleLbl="conFgAcc1" presStyleIdx="0" presStyleCnt="3">
        <dgm:presLayoutVars>
          <dgm:bulletEnabled val="1"/>
        </dgm:presLayoutVars>
      </dgm:prSet>
      <dgm:spPr/>
    </dgm:pt>
    <dgm:pt modelId="{E0505270-6AF1-4669-BD68-3B806CB6A621}" type="pres">
      <dgm:prSet presAssocID="{CA3FD399-5F48-4B32-9147-A2195629516F}" presName="spaceBetweenRectangles" presStyleCnt="0"/>
      <dgm:spPr/>
    </dgm:pt>
    <dgm:pt modelId="{20CF3C09-467F-46F5-8C75-8B8DAE67CD2E}" type="pres">
      <dgm:prSet presAssocID="{F09D99F0-1BD8-4248-868E-AC1E37467335}" presName="parentLin" presStyleCnt="0"/>
      <dgm:spPr/>
    </dgm:pt>
    <dgm:pt modelId="{578A34F8-2DAC-42CA-AD03-7B2B0D6E89B9}" type="pres">
      <dgm:prSet presAssocID="{F09D99F0-1BD8-4248-868E-AC1E374673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E3413D2-5B8A-4A19-B15E-8346415AF274}" type="pres">
      <dgm:prSet presAssocID="{F09D99F0-1BD8-4248-868E-AC1E37467335}" presName="parentText" presStyleLbl="node1" presStyleIdx="1" presStyleCnt="3" custScaleX="124075" custScaleY="28752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2A6EA9-85C7-4700-A221-7A4CC5B39C36}" type="pres">
      <dgm:prSet presAssocID="{F09D99F0-1BD8-4248-868E-AC1E37467335}" presName="negativeSpace" presStyleCnt="0"/>
      <dgm:spPr/>
    </dgm:pt>
    <dgm:pt modelId="{FE703A70-55CF-46E3-8521-208A18553D62}" type="pres">
      <dgm:prSet presAssocID="{F09D99F0-1BD8-4248-868E-AC1E37467335}" presName="childText" presStyleLbl="conFgAcc1" presStyleIdx="1" presStyleCnt="3">
        <dgm:presLayoutVars>
          <dgm:bulletEnabled val="1"/>
        </dgm:presLayoutVars>
      </dgm:prSet>
      <dgm:spPr/>
    </dgm:pt>
    <dgm:pt modelId="{2ECF1E01-D46E-48AE-AAB2-26C13D36B14D}" type="pres">
      <dgm:prSet presAssocID="{A3D31004-1982-4073-82F1-6F40CCF38893}" presName="spaceBetweenRectangles" presStyleCnt="0"/>
      <dgm:spPr/>
    </dgm:pt>
    <dgm:pt modelId="{EF71D3BD-F476-4F10-80F9-A3B895B5FF3C}" type="pres">
      <dgm:prSet presAssocID="{3289AB6C-D866-43B4-B037-AEC6B77FF1DD}" presName="parentLin" presStyleCnt="0"/>
      <dgm:spPr/>
    </dgm:pt>
    <dgm:pt modelId="{9228404D-A2C8-484B-803D-19066AF8711A}" type="pres">
      <dgm:prSet presAssocID="{3289AB6C-D866-43B4-B037-AEC6B77FF1D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AF85A0C-8A7D-4BBD-B2E3-E3B32FD1B3CD}" type="pres">
      <dgm:prSet presAssocID="{3289AB6C-D866-43B4-B037-AEC6B77FF1DD}" presName="parentText" presStyleLbl="node1" presStyleIdx="2" presStyleCnt="3" custScaleX="123951" custScaleY="25939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3F572-25F5-4744-BD95-4E309787327F}" type="pres">
      <dgm:prSet presAssocID="{3289AB6C-D866-43B4-B037-AEC6B77FF1DD}" presName="negativeSpace" presStyleCnt="0"/>
      <dgm:spPr/>
    </dgm:pt>
    <dgm:pt modelId="{A27A27D4-F078-4D59-8E46-1129489B5E9F}" type="pres">
      <dgm:prSet presAssocID="{3289AB6C-D866-43B4-B037-AEC6B77FF1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B3D5397-6B99-4B6A-8687-26D10BDBCCCC}" type="presOf" srcId="{3289AB6C-D866-43B4-B037-AEC6B77FF1DD}" destId="{9228404D-A2C8-484B-803D-19066AF8711A}" srcOrd="0" destOrd="0" presId="urn:microsoft.com/office/officeart/2005/8/layout/list1"/>
    <dgm:cxn modelId="{56AC142E-87D3-403E-8DBE-EDFF0CDFC905}" type="presOf" srcId="{DB820F71-79AA-414E-8059-8101EFC61C27}" destId="{DB117A12-467A-438E-85B2-16E38CC3866B}" srcOrd="0" destOrd="0" presId="urn:microsoft.com/office/officeart/2005/8/layout/list1"/>
    <dgm:cxn modelId="{ECBB19D3-35AB-440C-9B5E-995E38B3C36A}" srcId="{DB820F71-79AA-414E-8059-8101EFC61C27}" destId="{CD28868E-BEAA-44BD-AFA8-331400477735}" srcOrd="0" destOrd="0" parTransId="{7C1C0A76-9FE4-40F4-B5E1-AF28841F5F4B}" sibTransId="{CA3FD399-5F48-4B32-9147-A2195629516F}"/>
    <dgm:cxn modelId="{7AD11082-79FA-4F87-AC46-48A373ABBADB}" type="presOf" srcId="{CD28868E-BEAA-44BD-AFA8-331400477735}" destId="{92D8A482-FD66-4F3B-91A4-E5553258C6B4}" srcOrd="0" destOrd="0" presId="urn:microsoft.com/office/officeart/2005/8/layout/list1"/>
    <dgm:cxn modelId="{49D6F1B1-70D8-4EF6-87F8-DA70A22F3AD0}" type="presOf" srcId="{F09D99F0-1BD8-4248-868E-AC1E37467335}" destId="{578A34F8-2DAC-42CA-AD03-7B2B0D6E89B9}" srcOrd="0" destOrd="0" presId="urn:microsoft.com/office/officeart/2005/8/layout/list1"/>
    <dgm:cxn modelId="{6E48C986-B703-4787-8A3D-084A4BF4CB93}" srcId="{DB820F71-79AA-414E-8059-8101EFC61C27}" destId="{F09D99F0-1BD8-4248-868E-AC1E37467335}" srcOrd="1" destOrd="0" parTransId="{777A4301-8ED0-4198-AE96-6A8BB087D8BA}" sibTransId="{A3D31004-1982-4073-82F1-6F40CCF38893}"/>
    <dgm:cxn modelId="{821138CC-D03C-4343-9480-EF13C791086D}" srcId="{DB820F71-79AA-414E-8059-8101EFC61C27}" destId="{3289AB6C-D866-43B4-B037-AEC6B77FF1DD}" srcOrd="2" destOrd="0" parTransId="{65B53774-C962-4F48-885B-CB033A4005E8}" sibTransId="{C69F8DB2-B234-4C99-8C2C-32D2C0C1A1EE}"/>
    <dgm:cxn modelId="{6E6AD5E1-CF21-41B1-8D3D-0E077DC22595}" type="presOf" srcId="{3289AB6C-D866-43B4-B037-AEC6B77FF1DD}" destId="{DAF85A0C-8A7D-4BBD-B2E3-E3B32FD1B3CD}" srcOrd="1" destOrd="0" presId="urn:microsoft.com/office/officeart/2005/8/layout/list1"/>
    <dgm:cxn modelId="{EBA7CAE8-69B2-4C8B-BF5B-3ABA32EEF26E}" type="presOf" srcId="{CD28868E-BEAA-44BD-AFA8-331400477735}" destId="{079F6CE2-472D-4D87-860B-59A9280B0599}" srcOrd="1" destOrd="0" presId="urn:microsoft.com/office/officeart/2005/8/layout/list1"/>
    <dgm:cxn modelId="{5EF2713D-763B-41FC-95B7-E8A04FD525DC}" type="presOf" srcId="{F09D99F0-1BD8-4248-868E-AC1E37467335}" destId="{BE3413D2-5B8A-4A19-B15E-8346415AF274}" srcOrd="1" destOrd="0" presId="urn:microsoft.com/office/officeart/2005/8/layout/list1"/>
    <dgm:cxn modelId="{3879575B-8CD9-4648-A937-44A4000FE415}" type="presParOf" srcId="{DB117A12-467A-438E-85B2-16E38CC3866B}" destId="{865C72CB-5B50-4A32-ABE0-CC4FB3A9BEBB}" srcOrd="0" destOrd="0" presId="urn:microsoft.com/office/officeart/2005/8/layout/list1"/>
    <dgm:cxn modelId="{7EB8DB5F-C06C-4699-8B98-B7BED8693F9D}" type="presParOf" srcId="{865C72CB-5B50-4A32-ABE0-CC4FB3A9BEBB}" destId="{92D8A482-FD66-4F3B-91A4-E5553258C6B4}" srcOrd="0" destOrd="0" presId="urn:microsoft.com/office/officeart/2005/8/layout/list1"/>
    <dgm:cxn modelId="{DE94E389-352C-4CE8-835E-62E37ADE127A}" type="presParOf" srcId="{865C72CB-5B50-4A32-ABE0-CC4FB3A9BEBB}" destId="{079F6CE2-472D-4D87-860B-59A9280B0599}" srcOrd="1" destOrd="0" presId="urn:microsoft.com/office/officeart/2005/8/layout/list1"/>
    <dgm:cxn modelId="{53E07233-8C78-4FDB-A75A-2094FC662582}" type="presParOf" srcId="{DB117A12-467A-438E-85B2-16E38CC3866B}" destId="{17185155-072C-4E4F-B891-73DA46502091}" srcOrd="1" destOrd="0" presId="urn:microsoft.com/office/officeart/2005/8/layout/list1"/>
    <dgm:cxn modelId="{91E2D602-1E50-4F0B-82C6-F55E764D11E3}" type="presParOf" srcId="{DB117A12-467A-438E-85B2-16E38CC3866B}" destId="{231F835E-6F53-4B25-99E8-56ECB8EF8203}" srcOrd="2" destOrd="0" presId="urn:microsoft.com/office/officeart/2005/8/layout/list1"/>
    <dgm:cxn modelId="{0D0E5A10-7855-4B8D-9DDA-FAFE16885C5B}" type="presParOf" srcId="{DB117A12-467A-438E-85B2-16E38CC3866B}" destId="{E0505270-6AF1-4669-BD68-3B806CB6A621}" srcOrd="3" destOrd="0" presId="urn:microsoft.com/office/officeart/2005/8/layout/list1"/>
    <dgm:cxn modelId="{846822F8-B814-43B1-BC70-D2F7B184DAE5}" type="presParOf" srcId="{DB117A12-467A-438E-85B2-16E38CC3866B}" destId="{20CF3C09-467F-46F5-8C75-8B8DAE67CD2E}" srcOrd="4" destOrd="0" presId="urn:microsoft.com/office/officeart/2005/8/layout/list1"/>
    <dgm:cxn modelId="{CAED7A62-8F2B-4985-9A04-08E20DDDB5DF}" type="presParOf" srcId="{20CF3C09-467F-46F5-8C75-8B8DAE67CD2E}" destId="{578A34F8-2DAC-42CA-AD03-7B2B0D6E89B9}" srcOrd="0" destOrd="0" presId="urn:microsoft.com/office/officeart/2005/8/layout/list1"/>
    <dgm:cxn modelId="{E42E557A-2761-4C33-94E7-5C07D8C735F8}" type="presParOf" srcId="{20CF3C09-467F-46F5-8C75-8B8DAE67CD2E}" destId="{BE3413D2-5B8A-4A19-B15E-8346415AF274}" srcOrd="1" destOrd="0" presId="urn:microsoft.com/office/officeart/2005/8/layout/list1"/>
    <dgm:cxn modelId="{78D3AE5A-0B41-4894-B177-9D21F8D428BB}" type="presParOf" srcId="{DB117A12-467A-438E-85B2-16E38CC3866B}" destId="{F12A6EA9-85C7-4700-A221-7A4CC5B39C36}" srcOrd="5" destOrd="0" presId="urn:microsoft.com/office/officeart/2005/8/layout/list1"/>
    <dgm:cxn modelId="{6BCBFD7A-444B-48D9-ACAF-F475C0874FC7}" type="presParOf" srcId="{DB117A12-467A-438E-85B2-16E38CC3866B}" destId="{FE703A70-55CF-46E3-8521-208A18553D62}" srcOrd="6" destOrd="0" presId="urn:microsoft.com/office/officeart/2005/8/layout/list1"/>
    <dgm:cxn modelId="{6B2905CC-39FD-4188-B4E0-D2748CD32AA2}" type="presParOf" srcId="{DB117A12-467A-438E-85B2-16E38CC3866B}" destId="{2ECF1E01-D46E-48AE-AAB2-26C13D36B14D}" srcOrd="7" destOrd="0" presId="urn:microsoft.com/office/officeart/2005/8/layout/list1"/>
    <dgm:cxn modelId="{4F10E1B4-E0CA-46F5-A188-E568179E7F16}" type="presParOf" srcId="{DB117A12-467A-438E-85B2-16E38CC3866B}" destId="{EF71D3BD-F476-4F10-80F9-A3B895B5FF3C}" srcOrd="8" destOrd="0" presId="urn:microsoft.com/office/officeart/2005/8/layout/list1"/>
    <dgm:cxn modelId="{65E11AC2-9BB8-49A1-BEE4-96A9319047B9}" type="presParOf" srcId="{EF71D3BD-F476-4F10-80F9-A3B895B5FF3C}" destId="{9228404D-A2C8-484B-803D-19066AF8711A}" srcOrd="0" destOrd="0" presId="urn:microsoft.com/office/officeart/2005/8/layout/list1"/>
    <dgm:cxn modelId="{AA5D63DE-8B09-487F-B24F-4E3D607F6759}" type="presParOf" srcId="{EF71D3BD-F476-4F10-80F9-A3B895B5FF3C}" destId="{DAF85A0C-8A7D-4BBD-B2E3-E3B32FD1B3CD}" srcOrd="1" destOrd="0" presId="urn:microsoft.com/office/officeart/2005/8/layout/list1"/>
    <dgm:cxn modelId="{5110CB18-5B50-4D33-8A9D-215EEAB3B192}" type="presParOf" srcId="{DB117A12-467A-438E-85B2-16E38CC3866B}" destId="{F2D3F572-25F5-4744-BD95-4E309787327F}" srcOrd="9" destOrd="0" presId="urn:microsoft.com/office/officeart/2005/8/layout/list1"/>
    <dgm:cxn modelId="{76096E87-1B08-464B-9D0F-9A66984B22E5}" type="presParOf" srcId="{DB117A12-467A-438E-85B2-16E38CC3866B}" destId="{A27A27D4-F078-4D59-8E46-1129489B5E9F}" srcOrd="10" destOrd="0" presId="urn:microsoft.com/office/officeart/2005/8/layout/lis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820F71-79AA-414E-8059-8101EFC61C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28868E-BEAA-44BD-AFA8-3314004777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B65AB"/>
              </a:solidFill>
            </a:rPr>
            <a:t>1. Random protein pair not  present in  PPI</a:t>
          </a:r>
          <a:endParaRPr lang="en-US" sz="1400" dirty="0">
            <a:solidFill>
              <a:srgbClr val="2B65AB"/>
            </a:solidFill>
          </a:endParaRPr>
        </a:p>
      </dgm:t>
    </dgm:pt>
    <dgm:pt modelId="{7C1C0A76-9FE4-40F4-B5E1-AF28841F5F4B}" type="parTrans" cxnId="{ECBB19D3-35AB-440C-9B5E-995E38B3C36A}">
      <dgm:prSet/>
      <dgm:spPr/>
      <dgm:t>
        <a:bodyPr/>
        <a:lstStyle/>
        <a:p>
          <a:endParaRPr lang="en-US"/>
        </a:p>
      </dgm:t>
    </dgm:pt>
    <dgm:pt modelId="{CA3FD399-5F48-4B32-9147-A2195629516F}" type="sibTrans" cxnId="{ECBB19D3-35AB-440C-9B5E-995E38B3C36A}">
      <dgm:prSet/>
      <dgm:spPr/>
      <dgm:t>
        <a:bodyPr/>
        <a:lstStyle/>
        <a:p>
          <a:endParaRPr lang="en-US"/>
        </a:p>
      </dgm:t>
    </dgm:pt>
    <dgm:pt modelId="{F09D99F0-1BD8-4248-868E-AC1E374673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E6CB8"/>
              </a:solidFill>
            </a:rPr>
            <a:t>2. Protein pair with different </a:t>
          </a:r>
          <a:r>
            <a:rPr lang="en-US" sz="1400" dirty="0" err="1" smtClean="0">
              <a:solidFill>
                <a:srgbClr val="2E6CB8"/>
              </a:solidFill>
            </a:rPr>
            <a:t>subcellular</a:t>
          </a:r>
          <a:r>
            <a:rPr lang="en-US" sz="1400" dirty="0" smtClean="0">
              <a:solidFill>
                <a:srgbClr val="2E6CB8"/>
              </a:solidFill>
            </a:rPr>
            <a:t> locations</a:t>
          </a:r>
          <a:endParaRPr lang="en-US" sz="1400" dirty="0">
            <a:solidFill>
              <a:srgbClr val="2E6CB8"/>
            </a:solidFill>
          </a:endParaRPr>
        </a:p>
      </dgm:t>
    </dgm:pt>
    <dgm:pt modelId="{777A4301-8ED0-4198-AE96-6A8BB087D8BA}" type="parTrans" cxnId="{6E48C986-B703-4787-8A3D-084A4BF4CB93}">
      <dgm:prSet/>
      <dgm:spPr/>
      <dgm:t>
        <a:bodyPr/>
        <a:lstStyle/>
        <a:p>
          <a:endParaRPr lang="en-US"/>
        </a:p>
      </dgm:t>
    </dgm:pt>
    <dgm:pt modelId="{A3D31004-1982-4073-82F1-6F40CCF38893}" type="sibTrans" cxnId="{6E48C986-B703-4787-8A3D-084A4BF4CB93}">
      <dgm:prSet/>
      <dgm:spPr/>
      <dgm:t>
        <a:bodyPr/>
        <a:lstStyle/>
        <a:p>
          <a:endParaRPr lang="en-US"/>
        </a:p>
      </dgm:t>
    </dgm:pt>
    <dgm:pt modelId="{3289AB6C-D866-43B4-B037-AEC6B77FF1DD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3174C5"/>
              </a:solidFill>
            </a:rPr>
            <a:t>3. </a:t>
          </a:r>
          <a:r>
            <a:rPr lang="en-US" sz="1400" dirty="0" err="1" smtClean="0">
              <a:solidFill>
                <a:srgbClr val="3174C5"/>
              </a:solidFill>
            </a:rPr>
            <a:t>Atleast</a:t>
          </a:r>
          <a:r>
            <a:rPr lang="en-US" sz="1400" dirty="0" smtClean="0">
              <a:solidFill>
                <a:srgbClr val="3174C5"/>
              </a:solidFill>
            </a:rPr>
            <a:t> 3-hop path between protein pair in PPI graph</a:t>
          </a:r>
          <a:endParaRPr lang="en-US" sz="1400" dirty="0">
            <a:solidFill>
              <a:srgbClr val="3174C5"/>
            </a:solidFill>
          </a:endParaRPr>
        </a:p>
      </dgm:t>
    </dgm:pt>
    <dgm:pt modelId="{65B53774-C962-4F48-885B-CB033A4005E8}" type="parTrans" cxnId="{821138CC-D03C-4343-9480-EF13C791086D}">
      <dgm:prSet/>
      <dgm:spPr/>
      <dgm:t>
        <a:bodyPr/>
        <a:lstStyle/>
        <a:p>
          <a:endParaRPr lang="en-US"/>
        </a:p>
      </dgm:t>
    </dgm:pt>
    <dgm:pt modelId="{C69F8DB2-B234-4C99-8C2C-32D2C0C1A1EE}" type="sibTrans" cxnId="{821138CC-D03C-4343-9480-EF13C791086D}">
      <dgm:prSet/>
      <dgm:spPr/>
      <dgm:t>
        <a:bodyPr/>
        <a:lstStyle/>
        <a:p>
          <a:endParaRPr lang="en-US"/>
        </a:p>
      </dgm:t>
    </dgm:pt>
    <dgm:pt modelId="{DB117A12-467A-438E-85B2-16E38CC3866B}" type="pres">
      <dgm:prSet presAssocID="{DB820F71-79AA-414E-8059-8101EFC61C2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5C72CB-5B50-4A32-ABE0-CC4FB3A9BEBB}" type="pres">
      <dgm:prSet presAssocID="{CD28868E-BEAA-44BD-AFA8-331400477735}" presName="parentLin" presStyleCnt="0"/>
      <dgm:spPr/>
    </dgm:pt>
    <dgm:pt modelId="{92D8A482-FD66-4F3B-91A4-E5553258C6B4}" type="pres">
      <dgm:prSet presAssocID="{CD28868E-BEAA-44BD-AFA8-3314004777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79F6CE2-472D-4D87-860B-59A9280B0599}" type="pres">
      <dgm:prSet presAssocID="{CD28868E-BEAA-44BD-AFA8-331400477735}" presName="parentText" presStyleLbl="node1" presStyleIdx="0" presStyleCnt="3" custScaleX="120867" custScaleY="286514" custLinFactNeighborY="-3596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185155-072C-4E4F-B891-73DA46502091}" type="pres">
      <dgm:prSet presAssocID="{CD28868E-BEAA-44BD-AFA8-331400477735}" presName="negativeSpace" presStyleCnt="0"/>
      <dgm:spPr/>
    </dgm:pt>
    <dgm:pt modelId="{231F835E-6F53-4B25-99E8-56ECB8EF8203}" type="pres">
      <dgm:prSet presAssocID="{CD28868E-BEAA-44BD-AFA8-331400477735}" presName="childText" presStyleLbl="conFgAcc1" presStyleIdx="0" presStyleCnt="3">
        <dgm:presLayoutVars>
          <dgm:bulletEnabled val="1"/>
        </dgm:presLayoutVars>
      </dgm:prSet>
      <dgm:spPr/>
    </dgm:pt>
    <dgm:pt modelId="{E0505270-6AF1-4669-BD68-3B806CB6A621}" type="pres">
      <dgm:prSet presAssocID="{CA3FD399-5F48-4B32-9147-A2195629516F}" presName="spaceBetweenRectangles" presStyleCnt="0"/>
      <dgm:spPr/>
    </dgm:pt>
    <dgm:pt modelId="{20CF3C09-467F-46F5-8C75-8B8DAE67CD2E}" type="pres">
      <dgm:prSet presAssocID="{F09D99F0-1BD8-4248-868E-AC1E37467335}" presName="parentLin" presStyleCnt="0"/>
      <dgm:spPr/>
    </dgm:pt>
    <dgm:pt modelId="{578A34F8-2DAC-42CA-AD03-7B2B0D6E89B9}" type="pres">
      <dgm:prSet presAssocID="{F09D99F0-1BD8-4248-868E-AC1E374673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E3413D2-5B8A-4A19-B15E-8346415AF274}" type="pres">
      <dgm:prSet presAssocID="{F09D99F0-1BD8-4248-868E-AC1E37467335}" presName="parentText" presStyleLbl="node1" presStyleIdx="1" presStyleCnt="3" custScaleX="124075" custScaleY="28752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2A6EA9-85C7-4700-A221-7A4CC5B39C36}" type="pres">
      <dgm:prSet presAssocID="{F09D99F0-1BD8-4248-868E-AC1E37467335}" presName="negativeSpace" presStyleCnt="0"/>
      <dgm:spPr/>
    </dgm:pt>
    <dgm:pt modelId="{FE703A70-55CF-46E3-8521-208A18553D62}" type="pres">
      <dgm:prSet presAssocID="{F09D99F0-1BD8-4248-868E-AC1E37467335}" presName="childText" presStyleLbl="conFgAcc1" presStyleIdx="1" presStyleCnt="3">
        <dgm:presLayoutVars>
          <dgm:bulletEnabled val="1"/>
        </dgm:presLayoutVars>
      </dgm:prSet>
      <dgm:spPr/>
    </dgm:pt>
    <dgm:pt modelId="{2ECF1E01-D46E-48AE-AAB2-26C13D36B14D}" type="pres">
      <dgm:prSet presAssocID="{A3D31004-1982-4073-82F1-6F40CCF38893}" presName="spaceBetweenRectangles" presStyleCnt="0"/>
      <dgm:spPr/>
    </dgm:pt>
    <dgm:pt modelId="{EF71D3BD-F476-4F10-80F9-A3B895B5FF3C}" type="pres">
      <dgm:prSet presAssocID="{3289AB6C-D866-43B4-B037-AEC6B77FF1DD}" presName="parentLin" presStyleCnt="0"/>
      <dgm:spPr/>
    </dgm:pt>
    <dgm:pt modelId="{9228404D-A2C8-484B-803D-19066AF8711A}" type="pres">
      <dgm:prSet presAssocID="{3289AB6C-D866-43B4-B037-AEC6B77FF1D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AF85A0C-8A7D-4BBD-B2E3-E3B32FD1B3CD}" type="pres">
      <dgm:prSet presAssocID="{3289AB6C-D866-43B4-B037-AEC6B77FF1DD}" presName="parentText" presStyleLbl="node1" presStyleIdx="2" presStyleCnt="3" custScaleX="123951" custScaleY="25939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3F572-25F5-4744-BD95-4E309787327F}" type="pres">
      <dgm:prSet presAssocID="{3289AB6C-D866-43B4-B037-AEC6B77FF1DD}" presName="negativeSpace" presStyleCnt="0"/>
      <dgm:spPr/>
    </dgm:pt>
    <dgm:pt modelId="{A27A27D4-F078-4D59-8E46-1129489B5E9F}" type="pres">
      <dgm:prSet presAssocID="{3289AB6C-D866-43B4-B037-AEC6B77FF1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2E99D3A-6E42-4A1D-8C85-DCCFFAC07D3B}" type="presOf" srcId="{3289AB6C-D866-43B4-B037-AEC6B77FF1DD}" destId="{9228404D-A2C8-484B-803D-19066AF8711A}" srcOrd="0" destOrd="0" presId="urn:microsoft.com/office/officeart/2005/8/layout/list1"/>
    <dgm:cxn modelId="{45D81627-FFB8-4D55-A40F-4181F2124310}" type="presOf" srcId="{CD28868E-BEAA-44BD-AFA8-331400477735}" destId="{079F6CE2-472D-4D87-860B-59A9280B0599}" srcOrd="1" destOrd="0" presId="urn:microsoft.com/office/officeart/2005/8/layout/list1"/>
    <dgm:cxn modelId="{F7FC6B28-383C-4AB9-B30E-5976C969DE19}" type="presOf" srcId="{F09D99F0-1BD8-4248-868E-AC1E37467335}" destId="{BE3413D2-5B8A-4A19-B15E-8346415AF274}" srcOrd="1" destOrd="0" presId="urn:microsoft.com/office/officeart/2005/8/layout/list1"/>
    <dgm:cxn modelId="{97582FFA-66EA-4876-A11E-855D68849313}" type="presOf" srcId="{DB820F71-79AA-414E-8059-8101EFC61C27}" destId="{DB117A12-467A-438E-85B2-16E38CC3866B}" srcOrd="0" destOrd="0" presId="urn:microsoft.com/office/officeart/2005/8/layout/list1"/>
    <dgm:cxn modelId="{E2420173-0DF4-4C8A-B81A-57E54103767E}" type="presOf" srcId="{3289AB6C-D866-43B4-B037-AEC6B77FF1DD}" destId="{DAF85A0C-8A7D-4BBD-B2E3-E3B32FD1B3CD}" srcOrd="1" destOrd="0" presId="urn:microsoft.com/office/officeart/2005/8/layout/list1"/>
    <dgm:cxn modelId="{ECBB19D3-35AB-440C-9B5E-995E38B3C36A}" srcId="{DB820F71-79AA-414E-8059-8101EFC61C27}" destId="{CD28868E-BEAA-44BD-AFA8-331400477735}" srcOrd="0" destOrd="0" parTransId="{7C1C0A76-9FE4-40F4-B5E1-AF28841F5F4B}" sibTransId="{CA3FD399-5F48-4B32-9147-A2195629516F}"/>
    <dgm:cxn modelId="{52068EB6-6F6B-4D45-8D88-6155ECF640BF}" type="presOf" srcId="{CD28868E-BEAA-44BD-AFA8-331400477735}" destId="{92D8A482-FD66-4F3B-91A4-E5553258C6B4}" srcOrd="0" destOrd="0" presId="urn:microsoft.com/office/officeart/2005/8/layout/list1"/>
    <dgm:cxn modelId="{6E48C986-B703-4787-8A3D-084A4BF4CB93}" srcId="{DB820F71-79AA-414E-8059-8101EFC61C27}" destId="{F09D99F0-1BD8-4248-868E-AC1E37467335}" srcOrd="1" destOrd="0" parTransId="{777A4301-8ED0-4198-AE96-6A8BB087D8BA}" sibTransId="{A3D31004-1982-4073-82F1-6F40CCF38893}"/>
    <dgm:cxn modelId="{821138CC-D03C-4343-9480-EF13C791086D}" srcId="{DB820F71-79AA-414E-8059-8101EFC61C27}" destId="{3289AB6C-D866-43B4-B037-AEC6B77FF1DD}" srcOrd="2" destOrd="0" parTransId="{65B53774-C962-4F48-885B-CB033A4005E8}" sibTransId="{C69F8DB2-B234-4C99-8C2C-32D2C0C1A1EE}"/>
    <dgm:cxn modelId="{202A182E-DAA9-4195-9574-5720CB474F5A}" type="presOf" srcId="{F09D99F0-1BD8-4248-868E-AC1E37467335}" destId="{578A34F8-2DAC-42CA-AD03-7B2B0D6E89B9}" srcOrd="0" destOrd="0" presId="urn:microsoft.com/office/officeart/2005/8/layout/list1"/>
    <dgm:cxn modelId="{85683031-DFEB-4167-93AF-A4DAA6BBD903}" type="presParOf" srcId="{DB117A12-467A-438E-85B2-16E38CC3866B}" destId="{865C72CB-5B50-4A32-ABE0-CC4FB3A9BEBB}" srcOrd="0" destOrd="0" presId="urn:microsoft.com/office/officeart/2005/8/layout/list1"/>
    <dgm:cxn modelId="{9DD71C91-98A5-43FF-828A-49332B8835C1}" type="presParOf" srcId="{865C72CB-5B50-4A32-ABE0-CC4FB3A9BEBB}" destId="{92D8A482-FD66-4F3B-91A4-E5553258C6B4}" srcOrd="0" destOrd="0" presId="urn:microsoft.com/office/officeart/2005/8/layout/list1"/>
    <dgm:cxn modelId="{688D52ED-F61F-4575-A815-0105A28EA4C6}" type="presParOf" srcId="{865C72CB-5B50-4A32-ABE0-CC4FB3A9BEBB}" destId="{079F6CE2-472D-4D87-860B-59A9280B0599}" srcOrd="1" destOrd="0" presId="urn:microsoft.com/office/officeart/2005/8/layout/list1"/>
    <dgm:cxn modelId="{2AC9D286-B496-43BF-9187-148E089AC22A}" type="presParOf" srcId="{DB117A12-467A-438E-85B2-16E38CC3866B}" destId="{17185155-072C-4E4F-B891-73DA46502091}" srcOrd="1" destOrd="0" presId="urn:microsoft.com/office/officeart/2005/8/layout/list1"/>
    <dgm:cxn modelId="{15EC414D-1400-4BBA-B500-36BAC89C25E0}" type="presParOf" srcId="{DB117A12-467A-438E-85B2-16E38CC3866B}" destId="{231F835E-6F53-4B25-99E8-56ECB8EF8203}" srcOrd="2" destOrd="0" presId="urn:microsoft.com/office/officeart/2005/8/layout/list1"/>
    <dgm:cxn modelId="{61A4AD12-A10B-4E9B-B930-0B2A530A1EAE}" type="presParOf" srcId="{DB117A12-467A-438E-85B2-16E38CC3866B}" destId="{E0505270-6AF1-4669-BD68-3B806CB6A621}" srcOrd="3" destOrd="0" presId="urn:microsoft.com/office/officeart/2005/8/layout/list1"/>
    <dgm:cxn modelId="{3C78E70D-7A94-4853-A08D-E420D8ACFA80}" type="presParOf" srcId="{DB117A12-467A-438E-85B2-16E38CC3866B}" destId="{20CF3C09-467F-46F5-8C75-8B8DAE67CD2E}" srcOrd="4" destOrd="0" presId="urn:microsoft.com/office/officeart/2005/8/layout/list1"/>
    <dgm:cxn modelId="{C63832D5-E06F-4294-8FBD-408BE327DF58}" type="presParOf" srcId="{20CF3C09-467F-46F5-8C75-8B8DAE67CD2E}" destId="{578A34F8-2DAC-42CA-AD03-7B2B0D6E89B9}" srcOrd="0" destOrd="0" presId="urn:microsoft.com/office/officeart/2005/8/layout/list1"/>
    <dgm:cxn modelId="{BEAED9F4-241A-4B37-A387-5C462B8AB82A}" type="presParOf" srcId="{20CF3C09-467F-46F5-8C75-8B8DAE67CD2E}" destId="{BE3413D2-5B8A-4A19-B15E-8346415AF274}" srcOrd="1" destOrd="0" presId="urn:microsoft.com/office/officeart/2005/8/layout/list1"/>
    <dgm:cxn modelId="{8AD1B44F-541C-49CC-BC4E-843670AA3B1B}" type="presParOf" srcId="{DB117A12-467A-438E-85B2-16E38CC3866B}" destId="{F12A6EA9-85C7-4700-A221-7A4CC5B39C36}" srcOrd="5" destOrd="0" presId="urn:microsoft.com/office/officeart/2005/8/layout/list1"/>
    <dgm:cxn modelId="{8BA5758B-9BB6-44AA-9D45-3459278ACD65}" type="presParOf" srcId="{DB117A12-467A-438E-85B2-16E38CC3866B}" destId="{FE703A70-55CF-46E3-8521-208A18553D62}" srcOrd="6" destOrd="0" presId="urn:microsoft.com/office/officeart/2005/8/layout/list1"/>
    <dgm:cxn modelId="{9A1E4C42-7912-42F0-B47D-5081ACD24EE3}" type="presParOf" srcId="{DB117A12-467A-438E-85B2-16E38CC3866B}" destId="{2ECF1E01-D46E-48AE-AAB2-26C13D36B14D}" srcOrd="7" destOrd="0" presId="urn:microsoft.com/office/officeart/2005/8/layout/list1"/>
    <dgm:cxn modelId="{AF0A6007-3496-4838-BB30-02DFFC63E167}" type="presParOf" srcId="{DB117A12-467A-438E-85B2-16E38CC3866B}" destId="{EF71D3BD-F476-4F10-80F9-A3B895B5FF3C}" srcOrd="8" destOrd="0" presId="urn:microsoft.com/office/officeart/2005/8/layout/list1"/>
    <dgm:cxn modelId="{C350A496-9642-4FBC-B3C1-0BF84F4299C8}" type="presParOf" srcId="{EF71D3BD-F476-4F10-80F9-A3B895B5FF3C}" destId="{9228404D-A2C8-484B-803D-19066AF8711A}" srcOrd="0" destOrd="0" presId="urn:microsoft.com/office/officeart/2005/8/layout/list1"/>
    <dgm:cxn modelId="{F84BA66D-3CFC-4BE1-A5BB-F76D2CA2B02A}" type="presParOf" srcId="{EF71D3BD-F476-4F10-80F9-A3B895B5FF3C}" destId="{DAF85A0C-8A7D-4BBD-B2E3-E3B32FD1B3CD}" srcOrd="1" destOrd="0" presId="urn:microsoft.com/office/officeart/2005/8/layout/list1"/>
    <dgm:cxn modelId="{CEDD7ED7-A2E3-436F-B952-F09B891C169F}" type="presParOf" srcId="{DB117A12-467A-438E-85B2-16E38CC3866B}" destId="{F2D3F572-25F5-4744-BD95-4E309787327F}" srcOrd="9" destOrd="0" presId="urn:microsoft.com/office/officeart/2005/8/layout/list1"/>
    <dgm:cxn modelId="{00F6AAC6-24CD-4F31-82BD-D8707DAA6DA6}" type="presParOf" srcId="{DB117A12-467A-438E-85B2-16E38CC3866B}" destId="{A27A27D4-F078-4D59-8E46-1129489B5E9F}" srcOrd="10" destOrd="0" presId="urn:microsoft.com/office/officeart/2005/8/layout/list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B84453-DE4F-4975-9AC8-7D00EC274E16}" type="doc">
      <dgm:prSet loTypeId="urn:microsoft.com/office/officeart/2005/8/layout/process2" loCatId="process" qsTypeId="urn:microsoft.com/office/officeart/2005/8/quickstyle/simple2" qsCatId="simple" csTypeId="urn:microsoft.com/office/officeart/2005/8/colors/colorful1" csCatId="colorful" phldr="1"/>
      <dgm:spPr/>
    </dgm:pt>
    <dgm:pt modelId="{3C7E8303-A7B9-42E8-A0BF-91B1E876A097}">
      <dgm:prSet phldrT="[Text]"/>
      <dgm:spPr/>
      <dgm:t>
        <a:bodyPr/>
        <a:lstStyle/>
        <a:p>
          <a:r>
            <a:rPr lang="en-US" dirty="0" smtClean="0"/>
            <a:t>AAC+CT</a:t>
          </a:r>
          <a:endParaRPr lang="en-US" dirty="0"/>
        </a:p>
      </dgm:t>
    </dgm:pt>
    <dgm:pt modelId="{7E2BA6BE-F661-4935-9E55-5DF3A8F55CDA}" type="parTrans" cxnId="{DBF24B9D-6269-49B4-9042-6FD764CBBF5F}">
      <dgm:prSet/>
      <dgm:spPr/>
      <dgm:t>
        <a:bodyPr/>
        <a:lstStyle/>
        <a:p>
          <a:endParaRPr lang="en-US"/>
        </a:p>
      </dgm:t>
    </dgm:pt>
    <dgm:pt modelId="{474B6CBD-3034-486E-B000-615C5EA4A0B9}" type="sibTrans" cxnId="{DBF24B9D-6269-49B4-9042-6FD764CBBF5F}">
      <dgm:prSet/>
      <dgm:spPr/>
      <dgm:t>
        <a:bodyPr/>
        <a:lstStyle/>
        <a:p>
          <a:endParaRPr lang="en-US"/>
        </a:p>
      </dgm:t>
    </dgm:pt>
    <dgm:pt modelId="{ECE5C172-DAA1-4594-A82E-4E4633B60FBB}">
      <dgm:prSet phldrT="[Text]"/>
      <dgm:spPr/>
      <dgm:t>
        <a:bodyPr/>
        <a:lstStyle/>
        <a:p>
          <a:r>
            <a:rPr lang="en-US" dirty="0" smtClean="0"/>
            <a:t>PCA</a:t>
          </a:r>
          <a:endParaRPr lang="en-US" dirty="0"/>
        </a:p>
      </dgm:t>
    </dgm:pt>
    <dgm:pt modelId="{4625A288-BAF0-4A6E-801E-C5D14A2BDC38}" type="parTrans" cxnId="{085051FA-4A54-4C93-A8CF-C766669DD1A8}">
      <dgm:prSet/>
      <dgm:spPr/>
      <dgm:t>
        <a:bodyPr/>
        <a:lstStyle/>
        <a:p>
          <a:endParaRPr lang="en-US"/>
        </a:p>
      </dgm:t>
    </dgm:pt>
    <dgm:pt modelId="{C1B81129-99B7-40C4-9F23-2B824EC3B5D9}" type="sibTrans" cxnId="{085051FA-4A54-4C93-A8CF-C766669DD1A8}">
      <dgm:prSet/>
      <dgm:spPr/>
      <dgm:t>
        <a:bodyPr/>
        <a:lstStyle/>
        <a:p>
          <a:endParaRPr lang="en-US"/>
        </a:p>
      </dgm:t>
    </dgm:pt>
    <dgm:pt modelId="{D88D544A-6FD0-4768-84A3-AF8566DF599E}">
      <dgm:prSet phldrT="[Text]"/>
      <dgm:spPr/>
      <dgm:t>
        <a:bodyPr/>
        <a:lstStyle/>
        <a:p>
          <a:r>
            <a:rPr lang="en-US" dirty="0" smtClean="0"/>
            <a:t>Protein Embeddings</a:t>
          </a:r>
          <a:endParaRPr lang="en-US" dirty="0"/>
        </a:p>
      </dgm:t>
    </dgm:pt>
    <dgm:pt modelId="{AF8CA872-4D06-4506-8EB5-DF841CA8FC6B}" type="parTrans" cxnId="{CBE53F31-3D48-4964-8FEB-FDEAAE28A687}">
      <dgm:prSet/>
      <dgm:spPr/>
      <dgm:t>
        <a:bodyPr/>
        <a:lstStyle/>
        <a:p>
          <a:endParaRPr lang="en-US"/>
        </a:p>
      </dgm:t>
    </dgm:pt>
    <dgm:pt modelId="{1B22E5D2-7AB1-4749-8469-08E6D4B0A89E}" type="sibTrans" cxnId="{CBE53F31-3D48-4964-8FEB-FDEAAE28A687}">
      <dgm:prSet/>
      <dgm:spPr/>
      <dgm:t>
        <a:bodyPr/>
        <a:lstStyle/>
        <a:p>
          <a:endParaRPr lang="en-US"/>
        </a:p>
      </dgm:t>
    </dgm:pt>
    <dgm:pt modelId="{A719991A-B26D-4344-BA8C-491A004CFB96}" type="pres">
      <dgm:prSet presAssocID="{45B84453-DE4F-4975-9AC8-7D00EC274E16}" presName="linearFlow" presStyleCnt="0">
        <dgm:presLayoutVars>
          <dgm:resizeHandles val="exact"/>
        </dgm:presLayoutVars>
      </dgm:prSet>
      <dgm:spPr/>
    </dgm:pt>
    <dgm:pt modelId="{5B7BFE71-106E-41D2-A822-8F85662FBEAF}" type="pres">
      <dgm:prSet presAssocID="{3C7E8303-A7B9-42E8-A0BF-91B1E876A09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07F260-5A29-4A74-A0E8-C36DE5B2B85E}" type="pres">
      <dgm:prSet presAssocID="{474B6CBD-3034-486E-B000-615C5EA4A0B9}" presName="sibTrans" presStyleLbl="sibTrans2D1" presStyleIdx="0" presStyleCnt="2"/>
      <dgm:spPr/>
      <dgm:t>
        <a:bodyPr/>
        <a:lstStyle/>
        <a:p>
          <a:endParaRPr lang="en-US"/>
        </a:p>
      </dgm:t>
    </dgm:pt>
    <dgm:pt modelId="{49D1F87B-D9CD-463F-BAF4-7479976C78A0}" type="pres">
      <dgm:prSet presAssocID="{474B6CBD-3034-486E-B000-615C5EA4A0B9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5B0D282-5E7F-4966-AF8F-4DAA96484DBA}" type="pres">
      <dgm:prSet presAssocID="{ECE5C172-DAA1-4594-A82E-4E4633B60FB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0BF00E-3DA9-4E4A-913E-97BD090298AB}" type="pres">
      <dgm:prSet presAssocID="{C1B81129-99B7-40C4-9F23-2B824EC3B5D9}" presName="sibTrans" presStyleLbl="sibTrans2D1" presStyleIdx="1" presStyleCnt="2"/>
      <dgm:spPr/>
      <dgm:t>
        <a:bodyPr/>
        <a:lstStyle/>
        <a:p>
          <a:endParaRPr lang="en-US"/>
        </a:p>
      </dgm:t>
    </dgm:pt>
    <dgm:pt modelId="{EB275124-DF96-41E4-A592-A65324EB1D34}" type="pres">
      <dgm:prSet presAssocID="{C1B81129-99B7-40C4-9F23-2B824EC3B5D9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A4CAEF2-3338-4378-B988-39DA72C2C711}" type="pres">
      <dgm:prSet presAssocID="{D88D544A-6FD0-4768-84A3-AF8566DF599E}" presName="node" presStyleLbl="node1" presStyleIdx="2" presStyleCnt="3" custLinFactNeighborY="67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5A3EEA-E735-4F84-8A3D-951E675FC313}" type="presOf" srcId="{474B6CBD-3034-486E-B000-615C5EA4A0B9}" destId="{A407F260-5A29-4A74-A0E8-C36DE5B2B85E}" srcOrd="0" destOrd="0" presId="urn:microsoft.com/office/officeart/2005/8/layout/process2"/>
    <dgm:cxn modelId="{085051FA-4A54-4C93-A8CF-C766669DD1A8}" srcId="{45B84453-DE4F-4975-9AC8-7D00EC274E16}" destId="{ECE5C172-DAA1-4594-A82E-4E4633B60FBB}" srcOrd="1" destOrd="0" parTransId="{4625A288-BAF0-4A6E-801E-C5D14A2BDC38}" sibTransId="{C1B81129-99B7-40C4-9F23-2B824EC3B5D9}"/>
    <dgm:cxn modelId="{5D845E49-2C91-43CD-97F0-FD6E55DF2D23}" type="presOf" srcId="{C1B81129-99B7-40C4-9F23-2B824EC3B5D9}" destId="{130BF00E-3DA9-4E4A-913E-97BD090298AB}" srcOrd="0" destOrd="0" presId="urn:microsoft.com/office/officeart/2005/8/layout/process2"/>
    <dgm:cxn modelId="{CBE53F31-3D48-4964-8FEB-FDEAAE28A687}" srcId="{45B84453-DE4F-4975-9AC8-7D00EC274E16}" destId="{D88D544A-6FD0-4768-84A3-AF8566DF599E}" srcOrd="2" destOrd="0" parTransId="{AF8CA872-4D06-4506-8EB5-DF841CA8FC6B}" sibTransId="{1B22E5D2-7AB1-4749-8469-08E6D4B0A89E}"/>
    <dgm:cxn modelId="{DBF24B9D-6269-49B4-9042-6FD764CBBF5F}" srcId="{45B84453-DE4F-4975-9AC8-7D00EC274E16}" destId="{3C7E8303-A7B9-42E8-A0BF-91B1E876A097}" srcOrd="0" destOrd="0" parTransId="{7E2BA6BE-F661-4935-9E55-5DF3A8F55CDA}" sibTransId="{474B6CBD-3034-486E-B000-615C5EA4A0B9}"/>
    <dgm:cxn modelId="{529EF635-9D50-4483-8CB9-425CFFB96008}" type="presOf" srcId="{474B6CBD-3034-486E-B000-615C5EA4A0B9}" destId="{49D1F87B-D9CD-463F-BAF4-7479976C78A0}" srcOrd="1" destOrd="0" presId="urn:microsoft.com/office/officeart/2005/8/layout/process2"/>
    <dgm:cxn modelId="{99746DAD-D5C0-4F93-ACE5-07992CB903A1}" type="presOf" srcId="{ECE5C172-DAA1-4594-A82E-4E4633B60FBB}" destId="{D5B0D282-5E7F-4966-AF8F-4DAA96484DBA}" srcOrd="0" destOrd="0" presId="urn:microsoft.com/office/officeart/2005/8/layout/process2"/>
    <dgm:cxn modelId="{22F1BFF4-8317-46A3-B8F3-1C7C35462E16}" type="presOf" srcId="{D88D544A-6FD0-4768-84A3-AF8566DF599E}" destId="{5A4CAEF2-3338-4378-B988-39DA72C2C711}" srcOrd="0" destOrd="0" presId="urn:microsoft.com/office/officeart/2005/8/layout/process2"/>
    <dgm:cxn modelId="{1E9B4304-3BFA-4F4D-985A-184A0113AD76}" type="presOf" srcId="{C1B81129-99B7-40C4-9F23-2B824EC3B5D9}" destId="{EB275124-DF96-41E4-A592-A65324EB1D34}" srcOrd="1" destOrd="0" presId="urn:microsoft.com/office/officeart/2005/8/layout/process2"/>
    <dgm:cxn modelId="{E750DD97-5D16-4E59-87E8-DE04510DE997}" type="presOf" srcId="{3C7E8303-A7B9-42E8-A0BF-91B1E876A097}" destId="{5B7BFE71-106E-41D2-A822-8F85662FBEAF}" srcOrd="0" destOrd="0" presId="urn:microsoft.com/office/officeart/2005/8/layout/process2"/>
    <dgm:cxn modelId="{AFEE90C4-BCBC-46A5-BB86-6D3B9AA826C3}" type="presOf" srcId="{45B84453-DE4F-4975-9AC8-7D00EC274E16}" destId="{A719991A-B26D-4344-BA8C-491A004CFB96}" srcOrd="0" destOrd="0" presId="urn:microsoft.com/office/officeart/2005/8/layout/process2"/>
    <dgm:cxn modelId="{0DB49010-8182-4D78-8795-4A78D962F3F1}" type="presParOf" srcId="{A719991A-B26D-4344-BA8C-491A004CFB96}" destId="{5B7BFE71-106E-41D2-A822-8F85662FBEAF}" srcOrd="0" destOrd="0" presId="urn:microsoft.com/office/officeart/2005/8/layout/process2"/>
    <dgm:cxn modelId="{D19C07DD-AF99-4EB7-B60B-F23E49AD3E5C}" type="presParOf" srcId="{A719991A-B26D-4344-BA8C-491A004CFB96}" destId="{A407F260-5A29-4A74-A0E8-C36DE5B2B85E}" srcOrd="1" destOrd="0" presId="urn:microsoft.com/office/officeart/2005/8/layout/process2"/>
    <dgm:cxn modelId="{A0B19D0B-9A90-46E7-86C6-E5E12C9666C7}" type="presParOf" srcId="{A407F260-5A29-4A74-A0E8-C36DE5B2B85E}" destId="{49D1F87B-D9CD-463F-BAF4-7479976C78A0}" srcOrd="0" destOrd="0" presId="urn:microsoft.com/office/officeart/2005/8/layout/process2"/>
    <dgm:cxn modelId="{5937A5DE-C508-468F-8521-2F443C05C3AC}" type="presParOf" srcId="{A719991A-B26D-4344-BA8C-491A004CFB96}" destId="{D5B0D282-5E7F-4966-AF8F-4DAA96484DBA}" srcOrd="2" destOrd="0" presId="urn:microsoft.com/office/officeart/2005/8/layout/process2"/>
    <dgm:cxn modelId="{5519D6CF-5A04-4077-A102-4F8AAFB6A84F}" type="presParOf" srcId="{A719991A-B26D-4344-BA8C-491A004CFB96}" destId="{130BF00E-3DA9-4E4A-913E-97BD090298AB}" srcOrd="3" destOrd="0" presId="urn:microsoft.com/office/officeart/2005/8/layout/process2"/>
    <dgm:cxn modelId="{23CD8432-3DBB-4D6E-8ABF-6375596DEEE1}" type="presParOf" srcId="{130BF00E-3DA9-4E4A-913E-97BD090298AB}" destId="{EB275124-DF96-41E4-A592-A65324EB1D34}" srcOrd="0" destOrd="0" presId="urn:microsoft.com/office/officeart/2005/8/layout/process2"/>
    <dgm:cxn modelId="{3C27E4A3-013B-4F79-B588-11E20030F3A4}" type="presParOf" srcId="{A719991A-B26D-4344-BA8C-491A004CFB96}" destId="{5A4CAEF2-3338-4378-B988-39DA72C2C711}" srcOrd="4" destOrd="0" presId="urn:microsoft.com/office/officeart/2005/8/layout/process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B3E187-BF88-46BB-A815-7C161FBF3087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9F7516C-575D-4BBE-B31E-4C417FA50A3D}">
      <dgm:prSet phldrT="[Text]"/>
      <dgm:spPr>
        <a:gradFill flip="none" rotWithShape="0">
          <a:gsLst>
            <a:gs pos="0">
              <a:schemeClr val="accent5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5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dirty="0" smtClean="0"/>
            <a:t>Amino Acid Composition (AAC)</a:t>
          </a:r>
          <a:endParaRPr lang="en-US" dirty="0"/>
        </a:p>
      </dgm:t>
    </dgm:pt>
    <dgm:pt modelId="{4C7B3A0A-DC4D-40E7-B028-1F2530E52814}" type="parTrans" cxnId="{029640A6-0860-4E32-931D-5ED025EC486E}">
      <dgm:prSet/>
      <dgm:spPr/>
      <dgm:t>
        <a:bodyPr/>
        <a:lstStyle/>
        <a:p>
          <a:endParaRPr lang="en-US"/>
        </a:p>
      </dgm:t>
    </dgm:pt>
    <dgm:pt modelId="{689295EA-2B70-450C-B6BA-6AEDE45C4EB5}" type="sibTrans" cxnId="{029640A6-0860-4E32-931D-5ED025EC486E}">
      <dgm:prSet/>
      <dgm:spPr/>
      <dgm:t>
        <a:bodyPr/>
        <a:lstStyle/>
        <a:p>
          <a:endParaRPr lang="en-US"/>
        </a:p>
      </dgm:t>
    </dgm:pt>
    <dgm:pt modelId="{42B12CEF-E488-4664-9743-090BEE7A8E48}">
      <dgm:prSet phldrT="[Text]"/>
      <dgm:spPr>
        <a:gradFill flip="none" rotWithShape="0">
          <a:gsLst>
            <a:gs pos="0">
              <a:schemeClr val="accent5">
                <a:hueOff val="-9933876"/>
                <a:satOff val="39811"/>
                <a:lumOff val="8628"/>
                <a:shade val="30000"/>
                <a:satMod val="115000"/>
              </a:schemeClr>
            </a:gs>
            <a:gs pos="50000">
              <a:schemeClr val="accent5">
                <a:hueOff val="-9933876"/>
                <a:satOff val="39811"/>
                <a:lumOff val="8628"/>
                <a:shade val="67500"/>
                <a:satMod val="115000"/>
              </a:schemeClr>
            </a:gs>
            <a:gs pos="100000">
              <a:schemeClr val="accent5">
                <a:hueOff val="-9933876"/>
                <a:satOff val="39811"/>
                <a:lumOff val="8628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dirty="0" smtClean="0"/>
            <a:t>Conjoint Triad (CT)</a:t>
          </a:r>
          <a:endParaRPr lang="en-US" dirty="0"/>
        </a:p>
      </dgm:t>
    </dgm:pt>
    <dgm:pt modelId="{1D3B6E79-8301-46B9-BC8E-04D0B0B8736B}" type="parTrans" cxnId="{2F9D4B2E-3371-4FA9-9C6E-3A9767C223EB}">
      <dgm:prSet/>
      <dgm:spPr/>
      <dgm:t>
        <a:bodyPr/>
        <a:lstStyle/>
        <a:p>
          <a:endParaRPr lang="en-US"/>
        </a:p>
      </dgm:t>
    </dgm:pt>
    <dgm:pt modelId="{CF3A7676-3143-4B7E-A10F-7EFADA3039E3}" type="sibTrans" cxnId="{2F9D4B2E-3371-4FA9-9C6E-3A9767C223EB}">
      <dgm:prSet/>
      <dgm:spPr/>
      <dgm:t>
        <a:bodyPr/>
        <a:lstStyle/>
        <a:p>
          <a:endParaRPr lang="en-US"/>
        </a:p>
      </dgm:t>
    </dgm:pt>
    <dgm:pt modelId="{F259296B-1CD9-4BA0-A50A-8FBB95523102}" type="pres">
      <dgm:prSet presAssocID="{B9B3E187-BF88-46BB-A815-7C161FBF308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D0398C-1995-4F86-98FB-399573CD1EDC}" type="pres">
      <dgm:prSet presAssocID="{79F7516C-575D-4BBE-B31E-4C417FA50A3D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DF92AC-5004-4F07-84F7-4D8234ABF13B}" type="pres">
      <dgm:prSet presAssocID="{689295EA-2B70-450C-B6BA-6AEDE45C4EB5}" presName="sibTrans" presStyleCnt="0"/>
      <dgm:spPr/>
    </dgm:pt>
    <dgm:pt modelId="{C1C6981C-E4DD-4E36-9FEC-59B7CD946F46}" type="pres">
      <dgm:prSet presAssocID="{42B12CEF-E488-4664-9743-090BEE7A8E48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F9D4B2E-3371-4FA9-9C6E-3A9767C223EB}" srcId="{B9B3E187-BF88-46BB-A815-7C161FBF3087}" destId="{42B12CEF-E488-4664-9743-090BEE7A8E48}" srcOrd="1" destOrd="0" parTransId="{1D3B6E79-8301-46B9-BC8E-04D0B0B8736B}" sibTransId="{CF3A7676-3143-4B7E-A10F-7EFADA3039E3}"/>
    <dgm:cxn modelId="{029640A6-0860-4E32-931D-5ED025EC486E}" srcId="{B9B3E187-BF88-46BB-A815-7C161FBF3087}" destId="{79F7516C-575D-4BBE-B31E-4C417FA50A3D}" srcOrd="0" destOrd="0" parTransId="{4C7B3A0A-DC4D-40E7-B028-1F2530E52814}" sibTransId="{689295EA-2B70-450C-B6BA-6AEDE45C4EB5}"/>
    <dgm:cxn modelId="{81448593-2D12-42AD-814C-8315F6D2A1EE}" type="presOf" srcId="{B9B3E187-BF88-46BB-A815-7C161FBF3087}" destId="{F259296B-1CD9-4BA0-A50A-8FBB95523102}" srcOrd="0" destOrd="0" presId="urn:microsoft.com/office/officeart/2005/8/layout/default"/>
    <dgm:cxn modelId="{7470E9AB-4F09-4020-A7B5-EC4871460EFC}" type="presOf" srcId="{42B12CEF-E488-4664-9743-090BEE7A8E48}" destId="{C1C6981C-E4DD-4E36-9FEC-59B7CD946F46}" srcOrd="0" destOrd="0" presId="urn:microsoft.com/office/officeart/2005/8/layout/default"/>
    <dgm:cxn modelId="{B9FF784A-9169-4AB5-957F-A0B04E0488C8}" type="presOf" srcId="{79F7516C-575D-4BBE-B31E-4C417FA50A3D}" destId="{55D0398C-1995-4F86-98FB-399573CD1EDC}" srcOrd="0" destOrd="0" presId="urn:microsoft.com/office/officeart/2005/8/layout/default"/>
    <dgm:cxn modelId="{317B5197-E704-4DCA-AD08-A0E5ED7EF992}" type="presParOf" srcId="{F259296B-1CD9-4BA0-A50A-8FBB95523102}" destId="{55D0398C-1995-4F86-98FB-399573CD1EDC}" srcOrd="0" destOrd="0" presId="urn:microsoft.com/office/officeart/2005/8/layout/default"/>
    <dgm:cxn modelId="{5AFAC31D-8964-473E-AC9A-5562C11DF347}" type="presParOf" srcId="{F259296B-1CD9-4BA0-A50A-8FBB95523102}" destId="{72DF92AC-5004-4F07-84F7-4D8234ABF13B}" srcOrd="1" destOrd="0" presId="urn:microsoft.com/office/officeart/2005/8/layout/default"/>
    <dgm:cxn modelId="{97B8BEFD-CC03-40E7-BCD5-F477E8B03CB2}" type="presParOf" srcId="{F259296B-1CD9-4BA0-A50A-8FBB95523102}" destId="{C1C6981C-E4DD-4E36-9FEC-59B7CD946F46}" srcOrd="2" destOrd="0" presId="urn:microsoft.com/office/officeart/2005/8/layout/default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31558A-785F-465E-AC63-487E6820D74F}" type="doc">
      <dgm:prSet loTypeId="urn:microsoft.com/office/officeart/2005/8/layout/process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E3E376E-B018-4A20-9F8B-18C6150FF9FA}">
      <dgm:prSet/>
      <dgm:spPr>
        <a:solidFill>
          <a:srgbClr val="D99694"/>
        </a:solidFill>
        <a:ln>
          <a:solidFill>
            <a:srgbClr val="D99694"/>
          </a:solidFill>
        </a:ln>
      </dgm:spPr>
      <dgm:t>
        <a:bodyPr/>
        <a:lstStyle/>
        <a:p>
          <a:pPr rtl="0"/>
          <a:r>
            <a:rPr lang="en-US" dirty="0" smtClean="0"/>
            <a:t>N</a:t>
          </a:r>
          <a:endParaRPr lang="en-US" dirty="0"/>
        </a:p>
      </dgm:t>
    </dgm:pt>
    <dgm:pt modelId="{944C91C9-B99D-4DB2-ABC9-B17E8542FD7C}" type="parTrans" cxnId="{1C682BD9-132E-476E-B105-8DD17E6F9E21}">
      <dgm:prSet/>
      <dgm:spPr/>
      <dgm:t>
        <a:bodyPr/>
        <a:lstStyle/>
        <a:p>
          <a:endParaRPr lang="en-US"/>
        </a:p>
      </dgm:t>
    </dgm:pt>
    <dgm:pt modelId="{CB0357B0-3872-477C-9F56-C5629C9B7571}" type="sibTrans" cxnId="{1C682BD9-132E-476E-B105-8DD17E6F9E21}">
      <dgm:prSet/>
      <dgm:spPr/>
      <dgm:t>
        <a:bodyPr/>
        <a:lstStyle/>
        <a:p>
          <a:endParaRPr lang="en-US"/>
        </a:p>
      </dgm:t>
    </dgm:pt>
    <dgm:pt modelId="{009E654B-BCB1-464C-8CB1-E51B9D0BE189}">
      <dgm:prSet/>
      <dgm:spPr/>
      <dgm:t>
        <a:bodyPr/>
        <a:lstStyle/>
        <a:p>
          <a:pPr rtl="0"/>
          <a:endParaRPr lang="en-US" dirty="0"/>
        </a:p>
      </dgm:t>
    </dgm:pt>
    <dgm:pt modelId="{9B1E821B-2653-4079-8A88-A75F90451400}" type="parTrans" cxnId="{CC1BF75F-BA5A-4974-AAE3-6A11B53B5394}">
      <dgm:prSet/>
      <dgm:spPr/>
      <dgm:t>
        <a:bodyPr/>
        <a:lstStyle/>
        <a:p>
          <a:endParaRPr lang="en-US"/>
        </a:p>
      </dgm:t>
    </dgm:pt>
    <dgm:pt modelId="{91BF618E-CA20-4D90-9B8B-E65338712B52}" type="sibTrans" cxnId="{CC1BF75F-BA5A-4974-AAE3-6A11B53B5394}">
      <dgm:prSet/>
      <dgm:spPr/>
      <dgm:t>
        <a:bodyPr/>
        <a:lstStyle/>
        <a:p>
          <a:endParaRPr lang="en-US"/>
        </a:p>
      </dgm:t>
    </dgm:pt>
    <dgm:pt modelId="{9E6DABC8-F471-400F-8993-C9C11C83643D}" type="pres">
      <dgm:prSet presAssocID="{E031558A-785F-465E-AC63-487E6820D74F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90A87B2-0EC9-4C3D-9507-7F96B053A5D2}" type="pres">
      <dgm:prSet presAssocID="{0E3E376E-B018-4A20-9F8B-18C6150FF9FA}" presName="node" presStyleLbl="node1" presStyleIdx="0" presStyleCnt="2" custScaleX="123478" custScaleY="74534" custLinFactY="100000" custLinFactNeighborX="37813" custLinFactNeighborY="1656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BC7CB5-1E4C-4757-A0E3-DEF6F4CA49E9}" type="pres">
      <dgm:prSet presAssocID="{CB0357B0-3872-477C-9F56-C5629C9B7571}" presName="sibTrans" presStyleLbl="sibTrans2D1" presStyleIdx="0" presStyleCnt="1" custScaleY="63151"/>
      <dgm:spPr/>
      <dgm:t>
        <a:bodyPr/>
        <a:lstStyle/>
        <a:p>
          <a:endParaRPr lang="en-US"/>
        </a:p>
      </dgm:t>
    </dgm:pt>
    <dgm:pt modelId="{D75BA83E-022D-4000-8EC9-2A54263734D6}" type="pres">
      <dgm:prSet presAssocID="{CB0357B0-3872-477C-9F56-C5629C9B7571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0134DD63-D7AA-4EEF-B895-CA457A461135}" type="pres">
      <dgm:prSet presAssocID="{009E654B-BCB1-464C-8CB1-E51B9D0BE189}" presName="node" presStyleLbl="node1" presStyleIdx="1" presStyleCnt="2" custScaleX="161915" custScaleY="190523" custLinFactY="-45369" custLinFactNeighborX="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FCA271F-4676-402E-80D5-24FD3920BFBF}" type="presOf" srcId="{E031558A-785F-465E-AC63-487E6820D74F}" destId="{9E6DABC8-F471-400F-8993-C9C11C83643D}" srcOrd="0" destOrd="0" presId="urn:microsoft.com/office/officeart/2005/8/layout/process2"/>
    <dgm:cxn modelId="{A7B76A6D-12B0-4478-8494-9574142C88F1}" type="presOf" srcId="{CB0357B0-3872-477C-9F56-C5629C9B7571}" destId="{D75BA83E-022D-4000-8EC9-2A54263734D6}" srcOrd="1" destOrd="0" presId="urn:microsoft.com/office/officeart/2005/8/layout/process2"/>
    <dgm:cxn modelId="{CC1BF75F-BA5A-4974-AAE3-6A11B53B5394}" srcId="{E031558A-785F-465E-AC63-487E6820D74F}" destId="{009E654B-BCB1-464C-8CB1-E51B9D0BE189}" srcOrd="1" destOrd="0" parTransId="{9B1E821B-2653-4079-8A88-A75F90451400}" sibTransId="{91BF618E-CA20-4D90-9B8B-E65338712B52}"/>
    <dgm:cxn modelId="{2DD32281-2114-40E0-BE52-031A497BE949}" type="presOf" srcId="{CB0357B0-3872-477C-9F56-C5629C9B7571}" destId="{3ABC7CB5-1E4C-4757-A0E3-DEF6F4CA49E9}" srcOrd="0" destOrd="0" presId="urn:microsoft.com/office/officeart/2005/8/layout/process2"/>
    <dgm:cxn modelId="{E263C14B-F928-4AF3-B246-59AE64C03D37}" type="presOf" srcId="{009E654B-BCB1-464C-8CB1-E51B9D0BE189}" destId="{0134DD63-D7AA-4EEF-B895-CA457A461135}" srcOrd="0" destOrd="0" presId="urn:microsoft.com/office/officeart/2005/8/layout/process2"/>
    <dgm:cxn modelId="{9284BA1D-E5F3-4CBC-A076-4872248591CE}" type="presOf" srcId="{0E3E376E-B018-4A20-9F8B-18C6150FF9FA}" destId="{890A87B2-0EC9-4C3D-9507-7F96B053A5D2}" srcOrd="0" destOrd="0" presId="urn:microsoft.com/office/officeart/2005/8/layout/process2"/>
    <dgm:cxn modelId="{1C682BD9-132E-476E-B105-8DD17E6F9E21}" srcId="{E031558A-785F-465E-AC63-487E6820D74F}" destId="{0E3E376E-B018-4A20-9F8B-18C6150FF9FA}" srcOrd="0" destOrd="0" parTransId="{944C91C9-B99D-4DB2-ABC9-B17E8542FD7C}" sibTransId="{CB0357B0-3872-477C-9F56-C5629C9B7571}"/>
    <dgm:cxn modelId="{B35C9378-E691-414F-A4A3-76A70CB7DAE3}" type="presParOf" srcId="{9E6DABC8-F471-400F-8993-C9C11C83643D}" destId="{890A87B2-0EC9-4C3D-9507-7F96B053A5D2}" srcOrd="0" destOrd="0" presId="urn:microsoft.com/office/officeart/2005/8/layout/process2"/>
    <dgm:cxn modelId="{792E3F4F-C808-4190-A54D-2E0EEB396C4F}" type="presParOf" srcId="{9E6DABC8-F471-400F-8993-C9C11C83643D}" destId="{3ABC7CB5-1E4C-4757-A0E3-DEF6F4CA49E9}" srcOrd="1" destOrd="0" presId="urn:microsoft.com/office/officeart/2005/8/layout/process2"/>
    <dgm:cxn modelId="{010B893E-B9BA-48E1-BF8D-CEA138D983C5}" type="presParOf" srcId="{3ABC7CB5-1E4C-4757-A0E3-DEF6F4CA49E9}" destId="{D75BA83E-022D-4000-8EC9-2A54263734D6}" srcOrd="0" destOrd="0" presId="urn:microsoft.com/office/officeart/2005/8/layout/process2"/>
    <dgm:cxn modelId="{13DC05EE-3F30-4F79-B43C-4628AF529CFD}" type="presParOf" srcId="{9E6DABC8-F471-400F-8993-C9C11C83643D}" destId="{0134DD63-D7AA-4EEF-B895-CA457A461135}" srcOrd="2" destOrd="0" presId="urn:microsoft.com/office/officeart/2005/8/layout/process2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CEBA3D-C051-4213-8C5B-CD08E6E6B554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6ECC91-EE9B-4D6F-85DE-29C32A4733DE}">
      <dgm:prSet/>
      <dgm:spPr/>
      <dgm:t>
        <a:bodyPr/>
        <a:lstStyle/>
        <a:p>
          <a:pPr rtl="0"/>
          <a:r>
            <a:rPr lang="en-US" dirty="0" smtClean="0"/>
            <a:t>1. Random protein pair not  present in  PPI</a:t>
          </a:r>
          <a:endParaRPr lang="en-US" dirty="0"/>
        </a:p>
      </dgm:t>
    </dgm:pt>
    <dgm:pt modelId="{00677CFE-F89E-4CED-9E40-E48822FB1A83}" type="parTrans" cxnId="{36D5DEF8-37D8-40EB-86A7-12F08717EA0E}">
      <dgm:prSet/>
      <dgm:spPr/>
      <dgm:t>
        <a:bodyPr/>
        <a:lstStyle/>
        <a:p>
          <a:endParaRPr lang="en-US"/>
        </a:p>
      </dgm:t>
    </dgm:pt>
    <dgm:pt modelId="{D31283DD-0CD5-403D-B076-440065CF33FC}" type="sibTrans" cxnId="{36D5DEF8-37D8-40EB-86A7-12F08717EA0E}">
      <dgm:prSet/>
      <dgm:spPr/>
      <dgm:t>
        <a:bodyPr/>
        <a:lstStyle/>
        <a:p>
          <a:endParaRPr lang="en-US"/>
        </a:p>
      </dgm:t>
    </dgm:pt>
    <dgm:pt modelId="{B158F187-A293-4EC2-904C-B4512652072E}">
      <dgm:prSet/>
      <dgm:spPr/>
      <dgm:t>
        <a:bodyPr/>
        <a:lstStyle/>
        <a:p>
          <a:pPr rtl="0"/>
          <a:r>
            <a:rPr lang="en-US" dirty="0" smtClean="0"/>
            <a:t>2. Protein pair with different </a:t>
          </a:r>
          <a:r>
            <a:rPr lang="en-US" dirty="0" err="1" smtClean="0"/>
            <a:t>subcellular</a:t>
          </a:r>
          <a:r>
            <a:rPr lang="en-US" dirty="0" smtClean="0"/>
            <a:t> locations</a:t>
          </a:r>
          <a:endParaRPr lang="en-US" dirty="0"/>
        </a:p>
      </dgm:t>
    </dgm:pt>
    <dgm:pt modelId="{0A30AF22-B856-470E-968A-B7DE93ED4C7A}" type="parTrans" cxnId="{1730691F-3231-4160-A4AC-555EC7E554E9}">
      <dgm:prSet/>
      <dgm:spPr/>
      <dgm:t>
        <a:bodyPr/>
        <a:lstStyle/>
        <a:p>
          <a:endParaRPr lang="en-US"/>
        </a:p>
      </dgm:t>
    </dgm:pt>
    <dgm:pt modelId="{9E8DDB70-C886-4F3B-A315-3A6BE0F80DD5}" type="sibTrans" cxnId="{1730691F-3231-4160-A4AC-555EC7E554E9}">
      <dgm:prSet/>
      <dgm:spPr/>
      <dgm:t>
        <a:bodyPr/>
        <a:lstStyle/>
        <a:p>
          <a:endParaRPr lang="en-US"/>
        </a:p>
      </dgm:t>
    </dgm:pt>
    <dgm:pt modelId="{73A6F4AC-8D60-490E-98AF-4CA70475273A}">
      <dgm:prSet/>
      <dgm:spPr/>
      <dgm:t>
        <a:bodyPr/>
        <a:lstStyle/>
        <a:p>
          <a:pPr rtl="0"/>
          <a:r>
            <a:rPr lang="en-US" dirty="0" smtClean="0"/>
            <a:t>3. </a:t>
          </a:r>
          <a:r>
            <a:rPr lang="en-US" dirty="0" err="1" smtClean="0"/>
            <a:t>Atleast</a:t>
          </a:r>
          <a:r>
            <a:rPr lang="en-US" dirty="0" smtClean="0"/>
            <a:t> 3-hop path between protein pair in PPI graph</a:t>
          </a:r>
          <a:endParaRPr lang="en-US" dirty="0"/>
        </a:p>
      </dgm:t>
    </dgm:pt>
    <dgm:pt modelId="{EBBD62C0-D641-4248-A410-34465F36B59D}" type="parTrans" cxnId="{3EB3EBC0-2EBE-423C-BD42-792649E233E9}">
      <dgm:prSet/>
      <dgm:spPr/>
      <dgm:t>
        <a:bodyPr/>
        <a:lstStyle/>
        <a:p>
          <a:endParaRPr lang="en-US"/>
        </a:p>
      </dgm:t>
    </dgm:pt>
    <dgm:pt modelId="{1E7BE738-0574-42E3-BB50-BACBF31846EE}" type="sibTrans" cxnId="{3EB3EBC0-2EBE-423C-BD42-792649E233E9}">
      <dgm:prSet/>
      <dgm:spPr/>
      <dgm:t>
        <a:bodyPr/>
        <a:lstStyle/>
        <a:p>
          <a:endParaRPr lang="en-US"/>
        </a:p>
      </dgm:t>
    </dgm:pt>
    <dgm:pt modelId="{46A44E27-858C-44F8-9B96-661F64F2934A}">
      <dgm:prSet custT="1"/>
      <dgm:spPr>
        <a:solidFill>
          <a:srgbClr val="CA6A68"/>
        </a:solidFill>
      </dgm:spPr>
      <dgm:t>
        <a:bodyPr/>
        <a:lstStyle/>
        <a:p>
          <a:pPr rtl="0"/>
          <a:r>
            <a:rPr lang="en-US" sz="2000" dirty="0" smtClean="0"/>
            <a:t>Non-interaction Data</a:t>
          </a:r>
          <a:endParaRPr lang="en-US" sz="2000" dirty="0"/>
        </a:p>
      </dgm:t>
    </dgm:pt>
    <dgm:pt modelId="{B41518A8-A2B2-4709-8391-C00674CABCD4}" type="sibTrans" cxnId="{2E41185E-DDC3-448E-81DB-B151C1AEF356}">
      <dgm:prSet/>
      <dgm:spPr/>
      <dgm:t>
        <a:bodyPr/>
        <a:lstStyle/>
        <a:p>
          <a:endParaRPr lang="en-US"/>
        </a:p>
      </dgm:t>
    </dgm:pt>
    <dgm:pt modelId="{B8AA2041-5538-4237-91EC-553742916C78}" type="parTrans" cxnId="{2E41185E-DDC3-448E-81DB-B151C1AEF356}">
      <dgm:prSet/>
      <dgm:spPr/>
      <dgm:t>
        <a:bodyPr/>
        <a:lstStyle/>
        <a:p>
          <a:endParaRPr lang="en-US"/>
        </a:p>
      </dgm:t>
    </dgm:pt>
    <dgm:pt modelId="{95C826F9-6046-4DAA-AF31-1FC30FEE9834}" type="pres">
      <dgm:prSet presAssocID="{A1CEBA3D-C051-4213-8C5B-CD08E6E6B5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E2A5AE-EEC0-429B-9B4F-22A5FCDE18B4}" type="pres">
      <dgm:prSet presAssocID="{46A44E27-858C-44F8-9B96-661F64F2934A}" presName="root1" presStyleCnt="0"/>
      <dgm:spPr/>
    </dgm:pt>
    <dgm:pt modelId="{F40363EF-3CF8-4739-9480-153D2693502A}" type="pres">
      <dgm:prSet presAssocID="{46A44E27-858C-44F8-9B96-661F64F2934A}" presName="LevelOneTextNode" presStyleLbl="node0" presStyleIdx="0" presStyleCnt="1" custScaleX="131900" custScaleY="80923" custLinFactNeighborX="-28909" custLinFactNeighborY="20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D2C07C-0DA8-41D2-8BDC-D6467CDBF2CD}" type="pres">
      <dgm:prSet presAssocID="{46A44E27-858C-44F8-9B96-661F64F2934A}" presName="level2hierChild" presStyleCnt="0"/>
      <dgm:spPr/>
    </dgm:pt>
    <dgm:pt modelId="{A4BFD122-0563-4FF3-B7CA-3143FED632A2}" type="pres">
      <dgm:prSet presAssocID="{00677CFE-F89E-4CED-9E40-E48822FB1A8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DBF93844-1343-46A9-B1A1-88E784789592}" type="pres">
      <dgm:prSet presAssocID="{00677CFE-F89E-4CED-9E40-E48822FB1A8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024D3CD-EA6F-46EA-BB2C-B27D100B181B}" type="pres">
      <dgm:prSet presAssocID="{6D6ECC91-EE9B-4D6F-85DE-29C32A4733DE}" presName="root2" presStyleCnt="0"/>
      <dgm:spPr/>
    </dgm:pt>
    <dgm:pt modelId="{4A9E4963-9860-4A9C-AF36-71BD56E9E36B}" type="pres">
      <dgm:prSet presAssocID="{6D6ECC91-EE9B-4D6F-85DE-29C32A4733DE}" presName="LevelTwoTextNode" presStyleLbl="node2" presStyleIdx="0" presStyleCnt="3" custScaleX="1245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CC885E-4BEA-4310-9F43-CA569FE876A9}" type="pres">
      <dgm:prSet presAssocID="{6D6ECC91-EE9B-4D6F-85DE-29C32A4733DE}" presName="level3hierChild" presStyleCnt="0"/>
      <dgm:spPr/>
    </dgm:pt>
    <dgm:pt modelId="{419BE4BC-88AD-43F6-83B0-F0377AB0C97D}" type="pres">
      <dgm:prSet presAssocID="{0A30AF22-B856-470E-968A-B7DE93ED4C7A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703BA8C6-C813-4F57-893B-5BC338CC4B22}" type="pres">
      <dgm:prSet presAssocID="{0A30AF22-B856-470E-968A-B7DE93ED4C7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6773A670-C8BC-406B-9EAE-BA790B1C95A8}" type="pres">
      <dgm:prSet presAssocID="{B158F187-A293-4EC2-904C-B4512652072E}" presName="root2" presStyleCnt="0"/>
      <dgm:spPr/>
    </dgm:pt>
    <dgm:pt modelId="{3F820824-03EC-4948-8B66-6323B9672D98}" type="pres">
      <dgm:prSet presAssocID="{B158F187-A293-4EC2-904C-B4512652072E}" presName="LevelTwoTextNode" presStyleLbl="node2" presStyleIdx="1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DD22F4-4FAF-4B7A-9378-2ABC0729C665}" type="pres">
      <dgm:prSet presAssocID="{B158F187-A293-4EC2-904C-B4512652072E}" presName="level3hierChild" presStyleCnt="0"/>
      <dgm:spPr/>
    </dgm:pt>
    <dgm:pt modelId="{4AD2B51B-3D1B-4860-BB59-09E36996C986}" type="pres">
      <dgm:prSet presAssocID="{EBBD62C0-D641-4248-A410-34465F36B59D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78447645-E212-4040-87B4-477E80374EF1}" type="pres">
      <dgm:prSet presAssocID="{EBBD62C0-D641-4248-A410-34465F36B59D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C3FA7C7-82CB-42FE-96DE-0F494EBCA1D1}" type="pres">
      <dgm:prSet presAssocID="{73A6F4AC-8D60-490E-98AF-4CA70475273A}" presName="root2" presStyleCnt="0"/>
      <dgm:spPr/>
    </dgm:pt>
    <dgm:pt modelId="{BF80DEA2-1D1F-4631-A527-A483F9A58F56}" type="pres">
      <dgm:prSet presAssocID="{73A6F4AC-8D60-490E-98AF-4CA70475273A}" presName="LevelTwoTextNode" presStyleLbl="node2" presStyleIdx="2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90DDD-F7AF-4E99-BE15-AB2D3FA96ABC}" type="pres">
      <dgm:prSet presAssocID="{73A6F4AC-8D60-490E-98AF-4CA70475273A}" presName="level3hierChild" presStyleCnt="0"/>
      <dgm:spPr/>
    </dgm:pt>
  </dgm:ptLst>
  <dgm:cxnLst>
    <dgm:cxn modelId="{28269018-D70F-46EC-A0F6-265C199700EC}" type="presOf" srcId="{EBBD62C0-D641-4248-A410-34465F36B59D}" destId="{4AD2B51B-3D1B-4860-BB59-09E36996C986}" srcOrd="0" destOrd="0" presId="urn:microsoft.com/office/officeart/2005/8/layout/hierarchy2"/>
    <dgm:cxn modelId="{B465FCB2-A7D7-4668-83E4-CAD18801959A}" type="presOf" srcId="{00677CFE-F89E-4CED-9E40-E48822FB1A83}" destId="{A4BFD122-0563-4FF3-B7CA-3143FED632A2}" srcOrd="0" destOrd="0" presId="urn:microsoft.com/office/officeart/2005/8/layout/hierarchy2"/>
    <dgm:cxn modelId="{503B4E0B-AC6F-4B1B-865D-C0FBE78052F8}" type="presOf" srcId="{6D6ECC91-EE9B-4D6F-85DE-29C32A4733DE}" destId="{4A9E4963-9860-4A9C-AF36-71BD56E9E36B}" srcOrd="0" destOrd="0" presId="urn:microsoft.com/office/officeart/2005/8/layout/hierarchy2"/>
    <dgm:cxn modelId="{1730691F-3231-4160-A4AC-555EC7E554E9}" srcId="{46A44E27-858C-44F8-9B96-661F64F2934A}" destId="{B158F187-A293-4EC2-904C-B4512652072E}" srcOrd="1" destOrd="0" parTransId="{0A30AF22-B856-470E-968A-B7DE93ED4C7A}" sibTransId="{9E8DDB70-C886-4F3B-A315-3A6BE0F80DD5}"/>
    <dgm:cxn modelId="{C44B63F1-96D1-48D2-95BD-756D940A3957}" type="presOf" srcId="{0A30AF22-B856-470E-968A-B7DE93ED4C7A}" destId="{419BE4BC-88AD-43F6-83B0-F0377AB0C97D}" srcOrd="0" destOrd="0" presId="urn:microsoft.com/office/officeart/2005/8/layout/hierarchy2"/>
    <dgm:cxn modelId="{2E41185E-DDC3-448E-81DB-B151C1AEF356}" srcId="{A1CEBA3D-C051-4213-8C5B-CD08E6E6B554}" destId="{46A44E27-858C-44F8-9B96-661F64F2934A}" srcOrd="0" destOrd="0" parTransId="{B8AA2041-5538-4237-91EC-553742916C78}" sibTransId="{B41518A8-A2B2-4709-8391-C00674CABCD4}"/>
    <dgm:cxn modelId="{72FE8FED-43C7-431A-95DB-787025541392}" type="presOf" srcId="{EBBD62C0-D641-4248-A410-34465F36B59D}" destId="{78447645-E212-4040-87B4-477E80374EF1}" srcOrd="1" destOrd="0" presId="urn:microsoft.com/office/officeart/2005/8/layout/hierarchy2"/>
    <dgm:cxn modelId="{872322B1-E64E-41F6-AAFC-5B72C47DD046}" type="presOf" srcId="{B158F187-A293-4EC2-904C-B4512652072E}" destId="{3F820824-03EC-4948-8B66-6323B9672D98}" srcOrd="0" destOrd="0" presId="urn:microsoft.com/office/officeart/2005/8/layout/hierarchy2"/>
    <dgm:cxn modelId="{5EC97655-18C6-4760-B9DC-FE284E16D699}" type="presOf" srcId="{0A30AF22-B856-470E-968A-B7DE93ED4C7A}" destId="{703BA8C6-C813-4F57-893B-5BC338CC4B22}" srcOrd="1" destOrd="0" presId="urn:microsoft.com/office/officeart/2005/8/layout/hierarchy2"/>
    <dgm:cxn modelId="{3EB3EBC0-2EBE-423C-BD42-792649E233E9}" srcId="{46A44E27-858C-44F8-9B96-661F64F2934A}" destId="{73A6F4AC-8D60-490E-98AF-4CA70475273A}" srcOrd="2" destOrd="0" parTransId="{EBBD62C0-D641-4248-A410-34465F36B59D}" sibTransId="{1E7BE738-0574-42E3-BB50-BACBF31846EE}"/>
    <dgm:cxn modelId="{36D5DEF8-37D8-40EB-86A7-12F08717EA0E}" srcId="{46A44E27-858C-44F8-9B96-661F64F2934A}" destId="{6D6ECC91-EE9B-4D6F-85DE-29C32A4733DE}" srcOrd="0" destOrd="0" parTransId="{00677CFE-F89E-4CED-9E40-E48822FB1A83}" sibTransId="{D31283DD-0CD5-403D-B076-440065CF33FC}"/>
    <dgm:cxn modelId="{8726372C-6538-4027-9E89-7388E361AFFA}" type="presOf" srcId="{46A44E27-858C-44F8-9B96-661F64F2934A}" destId="{F40363EF-3CF8-4739-9480-153D2693502A}" srcOrd="0" destOrd="0" presId="urn:microsoft.com/office/officeart/2005/8/layout/hierarchy2"/>
    <dgm:cxn modelId="{26BD166F-B8A8-4102-B2FC-5D63C26AC076}" type="presOf" srcId="{A1CEBA3D-C051-4213-8C5B-CD08E6E6B554}" destId="{95C826F9-6046-4DAA-AF31-1FC30FEE9834}" srcOrd="0" destOrd="0" presId="urn:microsoft.com/office/officeart/2005/8/layout/hierarchy2"/>
    <dgm:cxn modelId="{6E1AF42A-BF49-4889-AFDE-9E440E60F3DD}" type="presOf" srcId="{73A6F4AC-8D60-490E-98AF-4CA70475273A}" destId="{BF80DEA2-1D1F-4631-A527-A483F9A58F56}" srcOrd="0" destOrd="0" presId="urn:microsoft.com/office/officeart/2005/8/layout/hierarchy2"/>
    <dgm:cxn modelId="{12871A37-7089-48C0-9C50-0EBE38A53B88}" type="presOf" srcId="{00677CFE-F89E-4CED-9E40-E48822FB1A83}" destId="{DBF93844-1343-46A9-B1A1-88E784789592}" srcOrd="1" destOrd="0" presId="urn:microsoft.com/office/officeart/2005/8/layout/hierarchy2"/>
    <dgm:cxn modelId="{55534FF5-2DF5-4BD3-80BF-7AA8C7074D60}" type="presParOf" srcId="{95C826F9-6046-4DAA-AF31-1FC30FEE9834}" destId="{8AE2A5AE-EEC0-429B-9B4F-22A5FCDE18B4}" srcOrd="0" destOrd="0" presId="urn:microsoft.com/office/officeart/2005/8/layout/hierarchy2"/>
    <dgm:cxn modelId="{7FDE081B-39EB-453D-B5A6-1235F9A5F737}" type="presParOf" srcId="{8AE2A5AE-EEC0-429B-9B4F-22A5FCDE18B4}" destId="{F40363EF-3CF8-4739-9480-153D2693502A}" srcOrd="0" destOrd="0" presId="urn:microsoft.com/office/officeart/2005/8/layout/hierarchy2"/>
    <dgm:cxn modelId="{96DCBACE-E501-4999-8B08-D2B3B11589A1}" type="presParOf" srcId="{8AE2A5AE-EEC0-429B-9B4F-22A5FCDE18B4}" destId="{8AD2C07C-0DA8-41D2-8BDC-D6467CDBF2CD}" srcOrd="1" destOrd="0" presId="urn:microsoft.com/office/officeart/2005/8/layout/hierarchy2"/>
    <dgm:cxn modelId="{0E2BB9BC-AB0B-40F7-8C34-FEB9C7029A71}" type="presParOf" srcId="{8AD2C07C-0DA8-41D2-8BDC-D6467CDBF2CD}" destId="{A4BFD122-0563-4FF3-B7CA-3143FED632A2}" srcOrd="0" destOrd="0" presId="urn:microsoft.com/office/officeart/2005/8/layout/hierarchy2"/>
    <dgm:cxn modelId="{B7CAF2AE-0363-4904-9257-D9678227ABF7}" type="presParOf" srcId="{A4BFD122-0563-4FF3-B7CA-3143FED632A2}" destId="{DBF93844-1343-46A9-B1A1-88E784789592}" srcOrd="0" destOrd="0" presId="urn:microsoft.com/office/officeart/2005/8/layout/hierarchy2"/>
    <dgm:cxn modelId="{D50A487E-7C87-49E0-829D-5868E271E190}" type="presParOf" srcId="{8AD2C07C-0DA8-41D2-8BDC-D6467CDBF2CD}" destId="{7024D3CD-EA6F-46EA-BB2C-B27D100B181B}" srcOrd="1" destOrd="0" presId="urn:microsoft.com/office/officeart/2005/8/layout/hierarchy2"/>
    <dgm:cxn modelId="{7EE7076B-1A4D-450E-BA81-CC36D0D5B3FF}" type="presParOf" srcId="{7024D3CD-EA6F-46EA-BB2C-B27D100B181B}" destId="{4A9E4963-9860-4A9C-AF36-71BD56E9E36B}" srcOrd="0" destOrd="0" presId="urn:microsoft.com/office/officeart/2005/8/layout/hierarchy2"/>
    <dgm:cxn modelId="{E300D2FC-8022-4A38-8293-58371AEFB63D}" type="presParOf" srcId="{7024D3CD-EA6F-46EA-BB2C-B27D100B181B}" destId="{9ECC885E-4BEA-4310-9F43-CA569FE876A9}" srcOrd="1" destOrd="0" presId="urn:microsoft.com/office/officeart/2005/8/layout/hierarchy2"/>
    <dgm:cxn modelId="{601ED8F3-77B8-4071-B7E3-122FB5DCCB44}" type="presParOf" srcId="{8AD2C07C-0DA8-41D2-8BDC-D6467CDBF2CD}" destId="{419BE4BC-88AD-43F6-83B0-F0377AB0C97D}" srcOrd="2" destOrd="0" presId="urn:microsoft.com/office/officeart/2005/8/layout/hierarchy2"/>
    <dgm:cxn modelId="{6023F7C0-801A-475E-A00C-2AB94056798A}" type="presParOf" srcId="{419BE4BC-88AD-43F6-83B0-F0377AB0C97D}" destId="{703BA8C6-C813-4F57-893B-5BC338CC4B22}" srcOrd="0" destOrd="0" presId="urn:microsoft.com/office/officeart/2005/8/layout/hierarchy2"/>
    <dgm:cxn modelId="{6710867C-999A-4529-96B6-85FE1BE8C25F}" type="presParOf" srcId="{8AD2C07C-0DA8-41D2-8BDC-D6467CDBF2CD}" destId="{6773A670-C8BC-406B-9EAE-BA790B1C95A8}" srcOrd="3" destOrd="0" presId="urn:microsoft.com/office/officeart/2005/8/layout/hierarchy2"/>
    <dgm:cxn modelId="{EAE53F5E-982B-4871-90CA-1761F625DDAB}" type="presParOf" srcId="{6773A670-C8BC-406B-9EAE-BA790B1C95A8}" destId="{3F820824-03EC-4948-8B66-6323B9672D98}" srcOrd="0" destOrd="0" presId="urn:microsoft.com/office/officeart/2005/8/layout/hierarchy2"/>
    <dgm:cxn modelId="{658881A2-0D8B-41F8-BC68-1635B5F9899A}" type="presParOf" srcId="{6773A670-C8BC-406B-9EAE-BA790B1C95A8}" destId="{46DD22F4-4FAF-4B7A-9378-2ABC0729C665}" srcOrd="1" destOrd="0" presId="urn:microsoft.com/office/officeart/2005/8/layout/hierarchy2"/>
    <dgm:cxn modelId="{9761894E-26B9-45DE-9F10-709370FF4C1E}" type="presParOf" srcId="{8AD2C07C-0DA8-41D2-8BDC-D6467CDBF2CD}" destId="{4AD2B51B-3D1B-4860-BB59-09E36996C986}" srcOrd="4" destOrd="0" presId="urn:microsoft.com/office/officeart/2005/8/layout/hierarchy2"/>
    <dgm:cxn modelId="{810D8537-CA34-496A-B6BD-79CF28EFB923}" type="presParOf" srcId="{4AD2B51B-3D1B-4860-BB59-09E36996C986}" destId="{78447645-E212-4040-87B4-477E80374EF1}" srcOrd="0" destOrd="0" presId="urn:microsoft.com/office/officeart/2005/8/layout/hierarchy2"/>
    <dgm:cxn modelId="{D51B3642-55BF-4A90-965B-5DA977134A52}" type="presParOf" srcId="{8AD2C07C-0DA8-41D2-8BDC-D6467CDBF2CD}" destId="{4C3FA7C7-82CB-42FE-96DE-0F494EBCA1D1}" srcOrd="5" destOrd="0" presId="urn:microsoft.com/office/officeart/2005/8/layout/hierarchy2"/>
    <dgm:cxn modelId="{B9047C36-247D-4B02-B444-23AB6C65FFB7}" type="presParOf" srcId="{4C3FA7C7-82CB-42FE-96DE-0F494EBCA1D1}" destId="{BF80DEA2-1D1F-4631-A527-A483F9A58F56}" srcOrd="0" destOrd="0" presId="urn:microsoft.com/office/officeart/2005/8/layout/hierarchy2"/>
    <dgm:cxn modelId="{4BBAA66C-93F1-4570-910D-58466E415081}" type="presParOf" srcId="{4C3FA7C7-82CB-42FE-96DE-0F494EBCA1D1}" destId="{90B90DDD-F7AF-4E99-BE15-AB2D3FA96ABC}" srcOrd="1" destOrd="0" presId="urn:microsoft.com/office/officeart/2005/8/layout/hierarchy2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983510-3C5C-4045-8676-6A0E78849F7C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2F3890F-D9DC-4026-A46D-39F0DDA4F5A6}">
      <dgm:prSet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err="1" smtClean="0"/>
            <a:t>Softmax</a:t>
          </a:r>
          <a:endParaRPr lang="en-US" dirty="0"/>
        </a:p>
      </dgm:t>
    </dgm:pt>
    <dgm:pt modelId="{A9A1869E-5081-4970-98B7-9835FEE7F38A}" type="parTrans" cxnId="{0EB244A6-C7C7-4301-B35D-6288033B584F}">
      <dgm:prSet/>
      <dgm:spPr/>
      <dgm:t>
        <a:bodyPr/>
        <a:lstStyle/>
        <a:p>
          <a:endParaRPr lang="en-US"/>
        </a:p>
      </dgm:t>
    </dgm:pt>
    <dgm:pt modelId="{ABB869C5-0AB3-457F-AD7F-EBB518C111C2}" type="sibTrans" cxnId="{0EB244A6-C7C7-4301-B35D-6288033B584F}">
      <dgm:prSet/>
      <dgm:spPr/>
      <dgm:t>
        <a:bodyPr/>
        <a:lstStyle/>
        <a:p>
          <a:endParaRPr lang="en-US"/>
        </a:p>
      </dgm:t>
    </dgm:pt>
    <dgm:pt modelId="{7925E280-BDCD-4622-A1BE-1BE64BB1A631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dirty="0" smtClean="0"/>
            <a:t>Positive</a:t>
          </a:r>
          <a:endParaRPr lang="en-US" dirty="0"/>
        </a:p>
      </dgm:t>
    </dgm:pt>
    <dgm:pt modelId="{B60E2B8F-ADF1-40D5-ABFC-0FA6348B6EE6}" type="parTrans" cxnId="{28ABB761-64E3-472B-8D30-F222089E152B}">
      <dgm:prSet/>
      <dgm:spPr/>
      <dgm:t>
        <a:bodyPr/>
        <a:lstStyle/>
        <a:p>
          <a:endParaRPr lang="en-US"/>
        </a:p>
      </dgm:t>
    </dgm:pt>
    <dgm:pt modelId="{6DB36E29-C6EA-45D5-98BC-EC0D2028A1D5}" type="sibTrans" cxnId="{28ABB761-64E3-472B-8D30-F222089E152B}">
      <dgm:prSet/>
      <dgm:spPr/>
      <dgm:t>
        <a:bodyPr/>
        <a:lstStyle/>
        <a:p>
          <a:endParaRPr lang="en-US"/>
        </a:p>
      </dgm:t>
    </dgm:pt>
    <dgm:pt modelId="{2BF6A132-7644-4AB6-B077-78F00647A23A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Negative</a:t>
          </a:r>
          <a:endParaRPr lang="en-US" dirty="0"/>
        </a:p>
      </dgm:t>
    </dgm:pt>
    <dgm:pt modelId="{697FF106-7A69-442F-AC25-40007BA02495}" type="parTrans" cxnId="{62ADF709-B35E-469D-8F46-FD5CB4E85DF3}">
      <dgm:prSet/>
      <dgm:spPr/>
      <dgm:t>
        <a:bodyPr/>
        <a:lstStyle/>
        <a:p>
          <a:endParaRPr lang="en-US"/>
        </a:p>
      </dgm:t>
    </dgm:pt>
    <dgm:pt modelId="{97F6CBE3-CAC0-460A-8219-BAE243455B02}" type="sibTrans" cxnId="{62ADF709-B35E-469D-8F46-FD5CB4E85DF3}">
      <dgm:prSet/>
      <dgm:spPr/>
      <dgm:t>
        <a:bodyPr/>
        <a:lstStyle/>
        <a:p>
          <a:endParaRPr lang="en-US"/>
        </a:p>
      </dgm:t>
    </dgm:pt>
    <dgm:pt modelId="{558C3BB0-1623-4AB3-81D0-51ABBDC52C9B}" type="pres">
      <dgm:prSet presAssocID="{85983510-3C5C-4045-8676-6A0E78849F7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5CC3B4-B8CA-4E07-9522-CD8996DCFC24}" type="pres">
      <dgm:prSet presAssocID="{D2F3890F-D9DC-4026-A46D-39F0DDA4F5A6}" presName="root1" presStyleCnt="0"/>
      <dgm:spPr/>
    </dgm:pt>
    <dgm:pt modelId="{E47C946F-F91B-458E-995D-6BA7AEFB84AF}" type="pres">
      <dgm:prSet presAssocID="{D2F3890F-D9DC-4026-A46D-39F0DDA4F5A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232FA1-54F8-47FE-9CB2-2C37424E0FFB}" type="pres">
      <dgm:prSet presAssocID="{D2F3890F-D9DC-4026-A46D-39F0DDA4F5A6}" presName="level2hierChild" presStyleCnt="0"/>
      <dgm:spPr/>
    </dgm:pt>
    <dgm:pt modelId="{F06FCD0E-37F4-4B05-AD2E-0D6EA8ABCF17}" type="pres">
      <dgm:prSet presAssocID="{B60E2B8F-ADF1-40D5-ABFC-0FA6348B6EE6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962E304C-0BB3-4C29-8683-D88E8A9AB1AD}" type="pres">
      <dgm:prSet presAssocID="{B60E2B8F-ADF1-40D5-ABFC-0FA6348B6EE6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9C86C70-69D7-4DD7-B556-B68A7CB3AD31}" type="pres">
      <dgm:prSet presAssocID="{7925E280-BDCD-4622-A1BE-1BE64BB1A631}" presName="root2" presStyleCnt="0"/>
      <dgm:spPr/>
    </dgm:pt>
    <dgm:pt modelId="{59374851-274D-4FBD-A935-5E2A24E6F601}" type="pres">
      <dgm:prSet presAssocID="{7925E280-BDCD-4622-A1BE-1BE64BB1A631}" presName="LevelTwoTextNode" presStyleLbl="node2" presStyleIdx="0" presStyleCnt="2" custLinFactNeighborY="-845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CB42632-D4C0-4D6E-ADCD-52798CBFB747}" type="pres">
      <dgm:prSet presAssocID="{7925E280-BDCD-4622-A1BE-1BE64BB1A631}" presName="level3hierChild" presStyleCnt="0"/>
      <dgm:spPr/>
    </dgm:pt>
    <dgm:pt modelId="{89C23F07-1A91-4A8E-9853-2C08BF584D50}" type="pres">
      <dgm:prSet presAssocID="{697FF106-7A69-442F-AC25-40007BA0249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D730FE6-DD0F-4FDF-9F3B-8E41CCAACFCA}" type="pres">
      <dgm:prSet presAssocID="{697FF106-7A69-442F-AC25-40007BA0249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602C904A-860E-4860-AC9A-2B7A65927CE2}" type="pres">
      <dgm:prSet presAssocID="{2BF6A132-7644-4AB6-B077-78F00647A23A}" presName="root2" presStyleCnt="0"/>
      <dgm:spPr/>
    </dgm:pt>
    <dgm:pt modelId="{BF87CB8F-41F7-4AAE-B772-206A133F542D}" type="pres">
      <dgm:prSet presAssocID="{2BF6A132-7644-4AB6-B077-78F00647A23A}" presName="LevelTwoTextNode" presStyleLbl="node2" presStyleIdx="1" presStyleCnt="2" custLinFactNeighborY="7969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03DB005-CEED-49E4-958A-9762A405122C}" type="pres">
      <dgm:prSet presAssocID="{2BF6A132-7644-4AB6-B077-78F00647A23A}" presName="level3hierChild" presStyleCnt="0"/>
      <dgm:spPr/>
    </dgm:pt>
  </dgm:ptLst>
  <dgm:cxnLst>
    <dgm:cxn modelId="{E34826EF-8980-4A03-A8C8-F53B745DF7DA}" type="presOf" srcId="{85983510-3C5C-4045-8676-6A0E78849F7C}" destId="{558C3BB0-1623-4AB3-81D0-51ABBDC52C9B}" srcOrd="0" destOrd="0" presId="urn:microsoft.com/office/officeart/2005/8/layout/hierarchy2"/>
    <dgm:cxn modelId="{CA634561-7AAD-48DC-BD43-B3CE41FF30B5}" type="presOf" srcId="{B60E2B8F-ADF1-40D5-ABFC-0FA6348B6EE6}" destId="{962E304C-0BB3-4C29-8683-D88E8A9AB1AD}" srcOrd="1" destOrd="0" presId="urn:microsoft.com/office/officeart/2005/8/layout/hierarchy2"/>
    <dgm:cxn modelId="{C36BED7D-7FB0-49C5-8689-50C614BF4921}" type="presOf" srcId="{B60E2B8F-ADF1-40D5-ABFC-0FA6348B6EE6}" destId="{F06FCD0E-37F4-4B05-AD2E-0D6EA8ABCF17}" srcOrd="0" destOrd="0" presId="urn:microsoft.com/office/officeart/2005/8/layout/hierarchy2"/>
    <dgm:cxn modelId="{0EB244A6-C7C7-4301-B35D-6288033B584F}" srcId="{85983510-3C5C-4045-8676-6A0E78849F7C}" destId="{D2F3890F-D9DC-4026-A46D-39F0DDA4F5A6}" srcOrd="0" destOrd="0" parTransId="{A9A1869E-5081-4970-98B7-9835FEE7F38A}" sibTransId="{ABB869C5-0AB3-457F-AD7F-EBB518C111C2}"/>
    <dgm:cxn modelId="{1662F617-1A1A-4E61-A3B5-F129A72511C7}" type="presOf" srcId="{697FF106-7A69-442F-AC25-40007BA02495}" destId="{89C23F07-1A91-4A8E-9853-2C08BF584D50}" srcOrd="0" destOrd="0" presId="urn:microsoft.com/office/officeart/2005/8/layout/hierarchy2"/>
    <dgm:cxn modelId="{4AE2A146-B134-4125-A3AD-A867858270DA}" type="presOf" srcId="{D2F3890F-D9DC-4026-A46D-39F0DDA4F5A6}" destId="{E47C946F-F91B-458E-995D-6BA7AEFB84AF}" srcOrd="0" destOrd="0" presId="urn:microsoft.com/office/officeart/2005/8/layout/hierarchy2"/>
    <dgm:cxn modelId="{62ADF709-B35E-469D-8F46-FD5CB4E85DF3}" srcId="{D2F3890F-D9DC-4026-A46D-39F0DDA4F5A6}" destId="{2BF6A132-7644-4AB6-B077-78F00647A23A}" srcOrd="1" destOrd="0" parTransId="{697FF106-7A69-442F-AC25-40007BA02495}" sibTransId="{97F6CBE3-CAC0-460A-8219-BAE243455B02}"/>
    <dgm:cxn modelId="{A2FD2F1E-C2E7-452D-A675-8FE27A4CCDF6}" type="presOf" srcId="{7925E280-BDCD-4622-A1BE-1BE64BB1A631}" destId="{59374851-274D-4FBD-A935-5E2A24E6F601}" srcOrd="0" destOrd="0" presId="urn:microsoft.com/office/officeart/2005/8/layout/hierarchy2"/>
    <dgm:cxn modelId="{4188D762-C03B-4803-8933-127CFAB13575}" type="presOf" srcId="{2BF6A132-7644-4AB6-B077-78F00647A23A}" destId="{BF87CB8F-41F7-4AAE-B772-206A133F542D}" srcOrd="0" destOrd="0" presId="urn:microsoft.com/office/officeart/2005/8/layout/hierarchy2"/>
    <dgm:cxn modelId="{D5E7BB75-7460-417D-8DFD-D891139B69F9}" type="presOf" srcId="{697FF106-7A69-442F-AC25-40007BA02495}" destId="{4D730FE6-DD0F-4FDF-9F3B-8E41CCAACFCA}" srcOrd="1" destOrd="0" presId="urn:microsoft.com/office/officeart/2005/8/layout/hierarchy2"/>
    <dgm:cxn modelId="{28ABB761-64E3-472B-8D30-F222089E152B}" srcId="{D2F3890F-D9DC-4026-A46D-39F0DDA4F5A6}" destId="{7925E280-BDCD-4622-A1BE-1BE64BB1A631}" srcOrd="0" destOrd="0" parTransId="{B60E2B8F-ADF1-40D5-ABFC-0FA6348B6EE6}" sibTransId="{6DB36E29-C6EA-45D5-98BC-EC0D2028A1D5}"/>
    <dgm:cxn modelId="{B524A379-B945-49CC-B65F-A1CED90149F0}" type="presParOf" srcId="{558C3BB0-1623-4AB3-81D0-51ABBDC52C9B}" destId="{105CC3B4-B8CA-4E07-9522-CD8996DCFC24}" srcOrd="0" destOrd="0" presId="urn:microsoft.com/office/officeart/2005/8/layout/hierarchy2"/>
    <dgm:cxn modelId="{C464466D-EC8A-4AE0-8946-724F35DDE664}" type="presParOf" srcId="{105CC3B4-B8CA-4E07-9522-CD8996DCFC24}" destId="{E47C946F-F91B-458E-995D-6BA7AEFB84AF}" srcOrd="0" destOrd="0" presId="urn:microsoft.com/office/officeart/2005/8/layout/hierarchy2"/>
    <dgm:cxn modelId="{DFCADC56-D278-4AC5-9A00-81286AD85B6C}" type="presParOf" srcId="{105CC3B4-B8CA-4E07-9522-CD8996DCFC24}" destId="{70232FA1-54F8-47FE-9CB2-2C37424E0FFB}" srcOrd="1" destOrd="0" presId="urn:microsoft.com/office/officeart/2005/8/layout/hierarchy2"/>
    <dgm:cxn modelId="{AB51B3B2-C532-4932-8A9D-09341F766BD6}" type="presParOf" srcId="{70232FA1-54F8-47FE-9CB2-2C37424E0FFB}" destId="{F06FCD0E-37F4-4B05-AD2E-0D6EA8ABCF17}" srcOrd="0" destOrd="0" presId="urn:microsoft.com/office/officeart/2005/8/layout/hierarchy2"/>
    <dgm:cxn modelId="{528A79EC-E299-4D93-A2C6-F0DFA7792123}" type="presParOf" srcId="{F06FCD0E-37F4-4B05-AD2E-0D6EA8ABCF17}" destId="{962E304C-0BB3-4C29-8683-D88E8A9AB1AD}" srcOrd="0" destOrd="0" presId="urn:microsoft.com/office/officeart/2005/8/layout/hierarchy2"/>
    <dgm:cxn modelId="{4B305C65-BDDE-4504-8D0A-D0A4E037905F}" type="presParOf" srcId="{70232FA1-54F8-47FE-9CB2-2C37424E0FFB}" destId="{C9C86C70-69D7-4DD7-B556-B68A7CB3AD31}" srcOrd="1" destOrd="0" presId="urn:microsoft.com/office/officeart/2005/8/layout/hierarchy2"/>
    <dgm:cxn modelId="{DDEF53BD-368C-48FE-AF58-496240945AD4}" type="presParOf" srcId="{C9C86C70-69D7-4DD7-B556-B68A7CB3AD31}" destId="{59374851-274D-4FBD-A935-5E2A24E6F601}" srcOrd="0" destOrd="0" presId="urn:microsoft.com/office/officeart/2005/8/layout/hierarchy2"/>
    <dgm:cxn modelId="{D0FC3D56-1980-402B-8938-E41F94FFD0AA}" type="presParOf" srcId="{C9C86C70-69D7-4DD7-B556-B68A7CB3AD31}" destId="{1CB42632-D4C0-4D6E-ADCD-52798CBFB747}" srcOrd="1" destOrd="0" presId="urn:microsoft.com/office/officeart/2005/8/layout/hierarchy2"/>
    <dgm:cxn modelId="{F4F15908-5E10-43DD-8A68-E41C8DE1E13B}" type="presParOf" srcId="{70232FA1-54F8-47FE-9CB2-2C37424E0FFB}" destId="{89C23F07-1A91-4A8E-9853-2C08BF584D50}" srcOrd="2" destOrd="0" presId="urn:microsoft.com/office/officeart/2005/8/layout/hierarchy2"/>
    <dgm:cxn modelId="{21CB35D2-E3B6-4B5E-9158-98689B332072}" type="presParOf" srcId="{89C23F07-1A91-4A8E-9853-2C08BF584D50}" destId="{4D730FE6-DD0F-4FDF-9F3B-8E41CCAACFCA}" srcOrd="0" destOrd="0" presId="urn:microsoft.com/office/officeart/2005/8/layout/hierarchy2"/>
    <dgm:cxn modelId="{3223FC38-5F40-4029-B54D-54216E2B7E5D}" type="presParOf" srcId="{70232FA1-54F8-47FE-9CB2-2C37424E0FFB}" destId="{602C904A-860E-4860-AC9A-2B7A65927CE2}" srcOrd="3" destOrd="0" presId="urn:microsoft.com/office/officeart/2005/8/layout/hierarchy2"/>
    <dgm:cxn modelId="{3DE7F970-EC8E-48C0-9CC3-C753C96DE611}" type="presParOf" srcId="{602C904A-860E-4860-AC9A-2B7A65927CE2}" destId="{BF87CB8F-41F7-4AAE-B772-206A133F542D}" srcOrd="0" destOrd="0" presId="urn:microsoft.com/office/officeart/2005/8/layout/hierarchy2"/>
    <dgm:cxn modelId="{94F3886F-7208-4468-9880-704FDA4F752A}" type="presParOf" srcId="{602C904A-860E-4860-AC9A-2B7A65927CE2}" destId="{003DB005-CEED-49E4-958A-9762A405122C}" srcOrd="1" destOrd="0" presId="urn:microsoft.com/office/officeart/2005/8/layout/hierarchy2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B820F71-79AA-414E-8059-8101EFC61C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28868E-BEAA-44BD-AFA8-3314004777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B65AB"/>
              </a:solidFill>
            </a:rPr>
            <a:t>1. Random protein pair not  present in  PPI</a:t>
          </a:r>
          <a:endParaRPr lang="en-US" sz="1400" dirty="0">
            <a:solidFill>
              <a:srgbClr val="2B65AB"/>
            </a:solidFill>
          </a:endParaRPr>
        </a:p>
      </dgm:t>
    </dgm:pt>
    <dgm:pt modelId="{7C1C0A76-9FE4-40F4-B5E1-AF28841F5F4B}" type="parTrans" cxnId="{ECBB19D3-35AB-440C-9B5E-995E38B3C36A}">
      <dgm:prSet/>
      <dgm:spPr/>
      <dgm:t>
        <a:bodyPr/>
        <a:lstStyle/>
        <a:p>
          <a:endParaRPr lang="en-US"/>
        </a:p>
      </dgm:t>
    </dgm:pt>
    <dgm:pt modelId="{CA3FD399-5F48-4B32-9147-A2195629516F}" type="sibTrans" cxnId="{ECBB19D3-35AB-440C-9B5E-995E38B3C36A}">
      <dgm:prSet/>
      <dgm:spPr/>
      <dgm:t>
        <a:bodyPr/>
        <a:lstStyle/>
        <a:p>
          <a:endParaRPr lang="en-US"/>
        </a:p>
      </dgm:t>
    </dgm:pt>
    <dgm:pt modelId="{F09D99F0-1BD8-4248-868E-AC1E374673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E6CB8"/>
              </a:solidFill>
            </a:rPr>
            <a:t>2. Protein pair with different </a:t>
          </a:r>
          <a:r>
            <a:rPr lang="en-US" sz="1400" dirty="0" err="1" smtClean="0">
              <a:solidFill>
                <a:srgbClr val="2E6CB8"/>
              </a:solidFill>
            </a:rPr>
            <a:t>subcellular</a:t>
          </a:r>
          <a:r>
            <a:rPr lang="en-US" sz="1400" dirty="0" smtClean="0">
              <a:solidFill>
                <a:srgbClr val="2E6CB8"/>
              </a:solidFill>
            </a:rPr>
            <a:t> locations</a:t>
          </a:r>
          <a:endParaRPr lang="en-US" sz="1400" dirty="0">
            <a:solidFill>
              <a:srgbClr val="2E6CB8"/>
            </a:solidFill>
          </a:endParaRPr>
        </a:p>
      </dgm:t>
    </dgm:pt>
    <dgm:pt modelId="{777A4301-8ED0-4198-AE96-6A8BB087D8BA}" type="parTrans" cxnId="{6E48C986-B703-4787-8A3D-084A4BF4CB93}">
      <dgm:prSet/>
      <dgm:spPr/>
      <dgm:t>
        <a:bodyPr/>
        <a:lstStyle/>
        <a:p>
          <a:endParaRPr lang="en-US"/>
        </a:p>
      </dgm:t>
    </dgm:pt>
    <dgm:pt modelId="{A3D31004-1982-4073-82F1-6F40CCF38893}" type="sibTrans" cxnId="{6E48C986-B703-4787-8A3D-084A4BF4CB93}">
      <dgm:prSet/>
      <dgm:spPr/>
      <dgm:t>
        <a:bodyPr/>
        <a:lstStyle/>
        <a:p>
          <a:endParaRPr lang="en-US"/>
        </a:p>
      </dgm:t>
    </dgm:pt>
    <dgm:pt modelId="{3289AB6C-D866-43B4-B037-AEC6B77FF1DD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3174C5"/>
              </a:solidFill>
            </a:rPr>
            <a:t>3. </a:t>
          </a:r>
          <a:r>
            <a:rPr lang="en-US" sz="1400" dirty="0" err="1" smtClean="0">
              <a:solidFill>
                <a:srgbClr val="3174C5"/>
              </a:solidFill>
            </a:rPr>
            <a:t>Atleast</a:t>
          </a:r>
          <a:r>
            <a:rPr lang="en-US" sz="1400" dirty="0" smtClean="0">
              <a:solidFill>
                <a:srgbClr val="3174C5"/>
              </a:solidFill>
            </a:rPr>
            <a:t> 3-hop path between protein pair in PPI graph</a:t>
          </a:r>
          <a:endParaRPr lang="en-US" sz="1400" dirty="0">
            <a:solidFill>
              <a:srgbClr val="3174C5"/>
            </a:solidFill>
          </a:endParaRPr>
        </a:p>
      </dgm:t>
    </dgm:pt>
    <dgm:pt modelId="{65B53774-C962-4F48-885B-CB033A4005E8}" type="parTrans" cxnId="{821138CC-D03C-4343-9480-EF13C791086D}">
      <dgm:prSet/>
      <dgm:spPr/>
      <dgm:t>
        <a:bodyPr/>
        <a:lstStyle/>
        <a:p>
          <a:endParaRPr lang="en-US"/>
        </a:p>
      </dgm:t>
    </dgm:pt>
    <dgm:pt modelId="{C69F8DB2-B234-4C99-8C2C-32D2C0C1A1EE}" type="sibTrans" cxnId="{821138CC-D03C-4343-9480-EF13C791086D}">
      <dgm:prSet/>
      <dgm:spPr/>
      <dgm:t>
        <a:bodyPr/>
        <a:lstStyle/>
        <a:p>
          <a:endParaRPr lang="en-US"/>
        </a:p>
      </dgm:t>
    </dgm:pt>
    <dgm:pt modelId="{DB117A12-467A-438E-85B2-16E38CC3866B}" type="pres">
      <dgm:prSet presAssocID="{DB820F71-79AA-414E-8059-8101EFC61C2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5C72CB-5B50-4A32-ABE0-CC4FB3A9BEBB}" type="pres">
      <dgm:prSet presAssocID="{CD28868E-BEAA-44BD-AFA8-331400477735}" presName="parentLin" presStyleCnt="0"/>
      <dgm:spPr/>
    </dgm:pt>
    <dgm:pt modelId="{92D8A482-FD66-4F3B-91A4-E5553258C6B4}" type="pres">
      <dgm:prSet presAssocID="{CD28868E-BEAA-44BD-AFA8-3314004777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79F6CE2-472D-4D87-860B-59A9280B0599}" type="pres">
      <dgm:prSet presAssocID="{CD28868E-BEAA-44BD-AFA8-331400477735}" presName="parentText" presStyleLbl="node1" presStyleIdx="0" presStyleCnt="3" custScaleX="120867" custScaleY="286514" custLinFactNeighborY="-3596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185155-072C-4E4F-B891-73DA46502091}" type="pres">
      <dgm:prSet presAssocID="{CD28868E-BEAA-44BD-AFA8-331400477735}" presName="negativeSpace" presStyleCnt="0"/>
      <dgm:spPr/>
    </dgm:pt>
    <dgm:pt modelId="{231F835E-6F53-4B25-99E8-56ECB8EF8203}" type="pres">
      <dgm:prSet presAssocID="{CD28868E-BEAA-44BD-AFA8-331400477735}" presName="childText" presStyleLbl="conFgAcc1" presStyleIdx="0" presStyleCnt="3">
        <dgm:presLayoutVars>
          <dgm:bulletEnabled val="1"/>
        </dgm:presLayoutVars>
      </dgm:prSet>
      <dgm:spPr/>
    </dgm:pt>
    <dgm:pt modelId="{E0505270-6AF1-4669-BD68-3B806CB6A621}" type="pres">
      <dgm:prSet presAssocID="{CA3FD399-5F48-4B32-9147-A2195629516F}" presName="spaceBetweenRectangles" presStyleCnt="0"/>
      <dgm:spPr/>
    </dgm:pt>
    <dgm:pt modelId="{20CF3C09-467F-46F5-8C75-8B8DAE67CD2E}" type="pres">
      <dgm:prSet presAssocID="{F09D99F0-1BD8-4248-868E-AC1E37467335}" presName="parentLin" presStyleCnt="0"/>
      <dgm:spPr/>
    </dgm:pt>
    <dgm:pt modelId="{578A34F8-2DAC-42CA-AD03-7B2B0D6E89B9}" type="pres">
      <dgm:prSet presAssocID="{F09D99F0-1BD8-4248-868E-AC1E374673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E3413D2-5B8A-4A19-B15E-8346415AF274}" type="pres">
      <dgm:prSet presAssocID="{F09D99F0-1BD8-4248-868E-AC1E37467335}" presName="parentText" presStyleLbl="node1" presStyleIdx="1" presStyleCnt="3" custScaleX="124075" custScaleY="28752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2A6EA9-85C7-4700-A221-7A4CC5B39C36}" type="pres">
      <dgm:prSet presAssocID="{F09D99F0-1BD8-4248-868E-AC1E37467335}" presName="negativeSpace" presStyleCnt="0"/>
      <dgm:spPr/>
    </dgm:pt>
    <dgm:pt modelId="{FE703A70-55CF-46E3-8521-208A18553D62}" type="pres">
      <dgm:prSet presAssocID="{F09D99F0-1BD8-4248-868E-AC1E37467335}" presName="childText" presStyleLbl="conFgAcc1" presStyleIdx="1" presStyleCnt="3">
        <dgm:presLayoutVars>
          <dgm:bulletEnabled val="1"/>
        </dgm:presLayoutVars>
      </dgm:prSet>
      <dgm:spPr/>
    </dgm:pt>
    <dgm:pt modelId="{2ECF1E01-D46E-48AE-AAB2-26C13D36B14D}" type="pres">
      <dgm:prSet presAssocID="{A3D31004-1982-4073-82F1-6F40CCF38893}" presName="spaceBetweenRectangles" presStyleCnt="0"/>
      <dgm:spPr/>
    </dgm:pt>
    <dgm:pt modelId="{EF71D3BD-F476-4F10-80F9-A3B895B5FF3C}" type="pres">
      <dgm:prSet presAssocID="{3289AB6C-D866-43B4-B037-AEC6B77FF1DD}" presName="parentLin" presStyleCnt="0"/>
      <dgm:spPr/>
    </dgm:pt>
    <dgm:pt modelId="{9228404D-A2C8-484B-803D-19066AF8711A}" type="pres">
      <dgm:prSet presAssocID="{3289AB6C-D866-43B4-B037-AEC6B77FF1D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AF85A0C-8A7D-4BBD-B2E3-E3B32FD1B3CD}" type="pres">
      <dgm:prSet presAssocID="{3289AB6C-D866-43B4-B037-AEC6B77FF1DD}" presName="parentText" presStyleLbl="node1" presStyleIdx="2" presStyleCnt="3" custScaleX="123951" custScaleY="25939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3F572-25F5-4744-BD95-4E309787327F}" type="pres">
      <dgm:prSet presAssocID="{3289AB6C-D866-43B4-B037-AEC6B77FF1DD}" presName="negativeSpace" presStyleCnt="0"/>
      <dgm:spPr/>
    </dgm:pt>
    <dgm:pt modelId="{A27A27D4-F078-4D59-8E46-1129489B5E9F}" type="pres">
      <dgm:prSet presAssocID="{3289AB6C-D866-43B4-B037-AEC6B77FF1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02E2411-F323-4135-AC8B-C0E352515B87}" type="presOf" srcId="{F09D99F0-1BD8-4248-868E-AC1E37467335}" destId="{578A34F8-2DAC-42CA-AD03-7B2B0D6E89B9}" srcOrd="0" destOrd="0" presId="urn:microsoft.com/office/officeart/2005/8/layout/list1"/>
    <dgm:cxn modelId="{56967FC2-A5DF-4251-A4FB-20566057E30F}" type="presOf" srcId="{F09D99F0-1BD8-4248-868E-AC1E37467335}" destId="{BE3413D2-5B8A-4A19-B15E-8346415AF274}" srcOrd="1" destOrd="0" presId="urn:microsoft.com/office/officeart/2005/8/layout/list1"/>
    <dgm:cxn modelId="{C6B9BA87-E485-40B9-98DB-9D2B332412F0}" type="presOf" srcId="{3289AB6C-D866-43B4-B037-AEC6B77FF1DD}" destId="{9228404D-A2C8-484B-803D-19066AF8711A}" srcOrd="0" destOrd="0" presId="urn:microsoft.com/office/officeart/2005/8/layout/list1"/>
    <dgm:cxn modelId="{C5057E15-3CA0-4F97-9003-893DFED3FA55}" type="presOf" srcId="{3289AB6C-D866-43B4-B037-AEC6B77FF1DD}" destId="{DAF85A0C-8A7D-4BBD-B2E3-E3B32FD1B3CD}" srcOrd="1" destOrd="0" presId="urn:microsoft.com/office/officeart/2005/8/layout/list1"/>
    <dgm:cxn modelId="{ECBB19D3-35AB-440C-9B5E-995E38B3C36A}" srcId="{DB820F71-79AA-414E-8059-8101EFC61C27}" destId="{CD28868E-BEAA-44BD-AFA8-331400477735}" srcOrd="0" destOrd="0" parTransId="{7C1C0A76-9FE4-40F4-B5E1-AF28841F5F4B}" sibTransId="{CA3FD399-5F48-4B32-9147-A2195629516F}"/>
    <dgm:cxn modelId="{21A93AB2-C1FD-4762-81D5-3B156DE38A7D}" type="presOf" srcId="{CD28868E-BEAA-44BD-AFA8-331400477735}" destId="{92D8A482-FD66-4F3B-91A4-E5553258C6B4}" srcOrd="0" destOrd="0" presId="urn:microsoft.com/office/officeart/2005/8/layout/list1"/>
    <dgm:cxn modelId="{833A1644-46E0-4267-9588-C040A4160956}" type="presOf" srcId="{CD28868E-BEAA-44BD-AFA8-331400477735}" destId="{079F6CE2-472D-4D87-860B-59A9280B0599}" srcOrd="1" destOrd="0" presId="urn:microsoft.com/office/officeart/2005/8/layout/list1"/>
    <dgm:cxn modelId="{C0C8FB48-ED5A-45E6-9EB0-BAB97F7EE7EF}" type="presOf" srcId="{DB820F71-79AA-414E-8059-8101EFC61C27}" destId="{DB117A12-467A-438E-85B2-16E38CC3866B}" srcOrd="0" destOrd="0" presId="urn:microsoft.com/office/officeart/2005/8/layout/list1"/>
    <dgm:cxn modelId="{6E48C986-B703-4787-8A3D-084A4BF4CB93}" srcId="{DB820F71-79AA-414E-8059-8101EFC61C27}" destId="{F09D99F0-1BD8-4248-868E-AC1E37467335}" srcOrd="1" destOrd="0" parTransId="{777A4301-8ED0-4198-AE96-6A8BB087D8BA}" sibTransId="{A3D31004-1982-4073-82F1-6F40CCF38893}"/>
    <dgm:cxn modelId="{821138CC-D03C-4343-9480-EF13C791086D}" srcId="{DB820F71-79AA-414E-8059-8101EFC61C27}" destId="{3289AB6C-D866-43B4-B037-AEC6B77FF1DD}" srcOrd="2" destOrd="0" parTransId="{65B53774-C962-4F48-885B-CB033A4005E8}" sibTransId="{C69F8DB2-B234-4C99-8C2C-32D2C0C1A1EE}"/>
    <dgm:cxn modelId="{D6C2B012-08F4-4CBA-94EF-B5FA2E6FE0BD}" type="presParOf" srcId="{DB117A12-467A-438E-85B2-16E38CC3866B}" destId="{865C72CB-5B50-4A32-ABE0-CC4FB3A9BEBB}" srcOrd="0" destOrd="0" presId="urn:microsoft.com/office/officeart/2005/8/layout/list1"/>
    <dgm:cxn modelId="{9BE333C2-2A2E-4584-864B-6B3B5C9B28D8}" type="presParOf" srcId="{865C72CB-5B50-4A32-ABE0-CC4FB3A9BEBB}" destId="{92D8A482-FD66-4F3B-91A4-E5553258C6B4}" srcOrd="0" destOrd="0" presId="urn:microsoft.com/office/officeart/2005/8/layout/list1"/>
    <dgm:cxn modelId="{8B9470A1-D8DE-4CC4-8A3B-533BFDEDC791}" type="presParOf" srcId="{865C72CB-5B50-4A32-ABE0-CC4FB3A9BEBB}" destId="{079F6CE2-472D-4D87-860B-59A9280B0599}" srcOrd="1" destOrd="0" presId="urn:microsoft.com/office/officeart/2005/8/layout/list1"/>
    <dgm:cxn modelId="{42FA568C-FCE3-4C6E-B315-EA7084D2900E}" type="presParOf" srcId="{DB117A12-467A-438E-85B2-16E38CC3866B}" destId="{17185155-072C-4E4F-B891-73DA46502091}" srcOrd="1" destOrd="0" presId="urn:microsoft.com/office/officeart/2005/8/layout/list1"/>
    <dgm:cxn modelId="{F7187960-1AD3-46F8-A0E5-94EE28104EC4}" type="presParOf" srcId="{DB117A12-467A-438E-85B2-16E38CC3866B}" destId="{231F835E-6F53-4B25-99E8-56ECB8EF8203}" srcOrd="2" destOrd="0" presId="urn:microsoft.com/office/officeart/2005/8/layout/list1"/>
    <dgm:cxn modelId="{49CB57C6-6033-4189-9C27-E77475D2DD2B}" type="presParOf" srcId="{DB117A12-467A-438E-85B2-16E38CC3866B}" destId="{E0505270-6AF1-4669-BD68-3B806CB6A621}" srcOrd="3" destOrd="0" presId="urn:microsoft.com/office/officeart/2005/8/layout/list1"/>
    <dgm:cxn modelId="{FCBCE152-9D8D-4E09-8D2D-F4DB7F237A56}" type="presParOf" srcId="{DB117A12-467A-438E-85B2-16E38CC3866B}" destId="{20CF3C09-467F-46F5-8C75-8B8DAE67CD2E}" srcOrd="4" destOrd="0" presId="urn:microsoft.com/office/officeart/2005/8/layout/list1"/>
    <dgm:cxn modelId="{6E26E2DD-FD1B-4D52-8EF6-CEF07CCBCA9E}" type="presParOf" srcId="{20CF3C09-467F-46F5-8C75-8B8DAE67CD2E}" destId="{578A34F8-2DAC-42CA-AD03-7B2B0D6E89B9}" srcOrd="0" destOrd="0" presId="urn:microsoft.com/office/officeart/2005/8/layout/list1"/>
    <dgm:cxn modelId="{1C5E87A7-D9FF-43CC-847B-F8DCBAE2248D}" type="presParOf" srcId="{20CF3C09-467F-46F5-8C75-8B8DAE67CD2E}" destId="{BE3413D2-5B8A-4A19-B15E-8346415AF274}" srcOrd="1" destOrd="0" presId="urn:microsoft.com/office/officeart/2005/8/layout/list1"/>
    <dgm:cxn modelId="{103B948D-751F-4371-9B30-864B66106979}" type="presParOf" srcId="{DB117A12-467A-438E-85B2-16E38CC3866B}" destId="{F12A6EA9-85C7-4700-A221-7A4CC5B39C36}" srcOrd="5" destOrd="0" presId="urn:microsoft.com/office/officeart/2005/8/layout/list1"/>
    <dgm:cxn modelId="{5E35A5A1-75BD-458E-BAAA-BDCF79F7B60E}" type="presParOf" srcId="{DB117A12-467A-438E-85B2-16E38CC3866B}" destId="{FE703A70-55CF-46E3-8521-208A18553D62}" srcOrd="6" destOrd="0" presId="urn:microsoft.com/office/officeart/2005/8/layout/list1"/>
    <dgm:cxn modelId="{85E9DD2D-332D-44A2-9D33-FD36CA2FF7A1}" type="presParOf" srcId="{DB117A12-467A-438E-85B2-16E38CC3866B}" destId="{2ECF1E01-D46E-48AE-AAB2-26C13D36B14D}" srcOrd="7" destOrd="0" presId="urn:microsoft.com/office/officeart/2005/8/layout/list1"/>
    <dgm:cxn modelId="{566DC54B-4833-4115-BA79-C9AB9E2A5985}" type="presParOf" srcId="{DB117A12-467A-438E-85B2-16E38CC3866B}" destId="{EF71D3BD-F476-4F10-80F9-A3B895B5FF3C}" srcOrd="8" destOrd="0" presId="urn:microsoft.com/office/officeart/2005/8/layout/list1"/>
    <dgm:cxn modelId="{5D230139-05F0-49E2-91C4-85062376A74C}" type="presParOf" srcId="{EF71D3BD-F476-4F10-80F9-A3B895B5FF3C}" destId="{9228404D-A2C8-484B-803D-19066AF8711A}" srcOrd="0" destOrd="0" presId="urn:microsoft.com/office/officeart/2005/8/layout/list1"/>
    <dgm:cxn modelId="{4821F4D4-0BC9-402C-B97B-FFB1ED4E5B83}" type="presParOf" srcId="{EF71D3BD-F476-4F10-80F9-A3B895B5FF3C}" destId="{DAF85A0C-8A7D-4BBD-B2E3-E3B32FD1B3CD}" srcOrd="1" destOrd="0" presId="urn:microsoft.com/office/officeart/2005/8/layout/list1"/>
    <dgm:cxn modelId="{36359568-A494-4D2D-A092-776E5254B24C}" type="presParOf" srcId="{DB117A12-467A-438E-85B2-16E38CC3866B}" destId="{F2D3F572-25F5-4744-BD95-4E309787327F}" srcOrd="9" destOrd="0" presId="urn:microsoft.com/office/officeart/2005/8/layout/list1"/>
    <dgm:cxn modelId="{DCBD7122-E402-4CEC-9CB2-5FC58063AA45}" type="presParOf" srcId="{DB117A12-467A-438E-85B2-16E38CC3866B}" destId="{A27A27D4-F078-4D59-8E46-1129489B5E9F}" srcOrd="10" destOrd="0" presId="urn:microsoft.com/office/officeart/2005/8/layout/list1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5B84453-DE4F-4975-9AC8-7D00EC274E16}" type="doc">
      <dgm:prSet loTypeId="urn:microsoft.com/office/officeart/2005/8/layout/process2" loCatId="process" qsTypeId="urn:microsoft.com/office/officeart/2005/8/quickstyle/simple2" qsCatId="simple" csTypeId="urn:microsoft.com/office/officeart/2005/8/colors/colorful1" csCatId="colorful" phldr="1"/>
      <dgm:spPr/>
    </dgm:pt>
    <dgm:pt modelId="{3C7E8303-A7B9-42E8-A0BF-91B1E876A097}">
      <dgm:prSet phldrT="[Text]"/>
      <dgm:spPr/>
      <dgm:t>
        <a:bodyPr/>
        <a:lstStyle/>
        <a:p>
          <a:r>
            <a:rPr lang="en-US" dirty="0" smtClean="0"/>
            <a:t>AAC+CT</a:t>
          </a:r>
          <a:endParaRPr lang="en-US" dirty="0"/>
        </a:p>
      </dgm:t>
    </dgm:pt>
    <dgm:pt modelId="{7E2BA6BE-F661-4935-9E55-5DF3A8F55CDA}" type="parTrans" cxnId="{DBF24B9D-6269-49B4-9042-6FD764CBBF5F}">
      <dgm:prSet/>
      <dgm:spPr/>
      <dgm:t>
        <a:bodyPr/>
        <a:lstStyle/>
        <a:p>
          <a:endParaRPr lang="en-US"/>
        </a:p>
      </dgm:t>
    </dgm:pt>
    <dgm:pt modelId="{474B6CBD-3034-486E-B000-615C5EA4A0B9}" type="sibTrans" cxnId="{DBF24B9D-6269-49B4-9042-6FD764CBBF5F}">
      <dgm:prSet/>
      <dgm:spPr/>
      <dgm:t>
        <a:bodyPr/>
        <a:lstStyle/>
        <a:p>
          <a:endParaRPr lang="en-US"/>
        </a:p>
      </dgm:t>
    </dgm:pt>
    <dgm:pt modelId="{ECE5C172-DAA1-4594-A82E-4E4633B60FBB}">
      <dgm:prSet phldrT="[Text]"/>
      <dgm:spPr/>
      <dgm:t>
        <a:bodyPr/>
        <a:lstStyle/>
        <a:p>
          <a:r>
            <a:rPr lang="en-US" dirty="0" smtClean="0"/>
            <a:t>PCA</a:t>
          </a:r>
          <a:endParaRPr lang="en-US" dirty="0"/>
        </a:p>
      </dgm:t>
    </dgm:pt>
    <dgm:pt modelId="{4625A288-BAF0-4A6E-801E-C5D14A2BDC38}" type="parTrans" cxnId="{085051FA-4A54-4C93-A8CF-C766669DD1A8}">
      <dgm:prSet/>
      <dgm:spPr/>
      <dgm:t>
        <a:bodyPr/>
        <a:lstStyle/>
        <a:p>
          <a:endParaRPr lang="en-US"/>
        </a:p>
      </dgm:t>
    </dgm:pt>
    <dgm:pt modelId="{C1B81129-99B7-40C4-9F23-2B824EC3B5D9}" type="sibTrans" cxnId="{085051FA-4A54-4C93-A8CF-C766669DD1A8}">
      <dgm:prSet/>
      <dgm:spPr/>
      <dgm:t>
        <a:bodyPr/>
        <a:lstStyle/>
        <a:p>
          <a:endParaRPr lang="en-US"/>
        </a:p>
      </dgm:t>
    </dgm:pt>
    <dgm:pt modelId="{D88D544A-6FD0-4768-84A3-AF8566DF599E}">
      <dgm:prSet phldrT="[Text]"/>
      <dgm:spPr/>
      <dgm:t>
        <a:bodyPr/>
        <a:lstStyle/>
        <a:p>
          <a:r>
            <a:rPr lang="en-US" dirty="0" smtClean="0"/>
            <a:t>Protein Embeddings</a:t>
          </a:r>
          <a:endParaRPr lang="en-US" dirty="0"/>
        </a:p>
      </dgm:t>
    </dgm:pt>
    <dgm:pt modelId="{AF8CA872-4D06-4506-8EB5-DF841CA8FC6B}" type="parTrans" cxnId="{CBE53F31-3D48-4964-8FEB-FDEAAE28A687}">
      <dgm:prSet/>
      <dgm:spPr/>
      <dgm:t>
        <a:bodyPr/>
        <a:lstStyle/>
        <a:p>
          <a:endParaRPr lang="en-US"/>
        </a:p>
      </dgm:t>
    </dgm:pt>
    <dgm:pt modelId="{1B22E5D2-7AB1-4749-8469-08E6D4B0A89E}" type="sibTrans" cxnId="{CBE53F31-3D48-4964-8FEB-FDEAAE28A687}">
      <dgm:prSet/>
      <dgm:spPr/>
      <dgm:t>
        <a:bodyPr/>
        <a:lstStyle/>
        <a:p>
          <a:endParaRPr lang="en-US"/>
        </a:p>
      </dgm:t>
    </dgm:pt>
    <dgm:pt modelId="{A719991A-B26D-4344-BA8C-491A004CFB96}" type="pres">
      <dgm:prSet presAssocID="{45B84453-DE4F-4975-9AC8-7D00EC274E16}" presName="linearFlow" presStyleCnt="0">
        <dgm:presLayoutVars>
          <dgm:resizeHandles val="exact"/>
        </dgm:presLayoutVars>
      </dgm:prSet>
      <dgm:spPr/>
    </dgm:pt>
    <dgm:pt modelId="{5B7BFE71-106E-41D2-A822-8F85662FBEAF}" type="pres">
      <dgm:prSet presAssocID="{3C7E8303-A7B9-42E8-A0BF-91B1E876A09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07F260-5A29-4A74-A0E8-C36DE5B2B85E}" type="pres">
      <dgm:prSet presAssocID="{474B6CBD-3034-486E-B000-615C5EA4A0B9}" presName="sibTrans" presStyleLbl="sibTrans2D1" presStyleIdx="0" presStyleCnt="2"/>
      <dgm:spPr/>
      <dgm:t>
        <a:bodyPr/>
        <a:lstStyle/>
        <a:p>
          <a:endParaRPr lang="en-US"/>
        </a:p>
      </dgm:t>
    </dgm:pt>
    <dgm:pt modelId="{49D1F87B-D9CD-463F-BAF4-7479976C78A0}" type="pres">
      <dgm:prSet presAssocID="{474B6CBD-3034-486E-B000-615C5EA4A0B9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5B0D282-5E7F-4966-AF8F-4DAA96484DBA}" type="pres">
      <dgm:prSet presAssocID="{ECE5C172-DAA1-4594-A82E-4E4633B60FB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0BF00E-3DA9-4E4A-913E-97BD090298AB}" type="pres">
      <dgm:prSet presAssocID="{C1B81129-99B7-40C4-9F23-2B824EC3B5D9}" presName="sibTrans" presStyleLbl="sibTrans2D1" presStyleIdx="1" presStyleCnt="2"/>
      <dgm:spPr/>
      <dgm:t>
        <a:bodyPr/>
        <a:lstStyle/>
        <a:p>
          <a:endParaRPr lang="en-US"/>
        </a:p>
      </dgm:t>
    </dgm:pt>
    <dgm:pt modelId="{EB275124-DF96-41E4-A592-A65324EB1D34}" type="pres">
      <dgm:prSet presAssocID="{C1B81129-99B7-40C4-9F23-2B824EC3B5D9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A4CAEF2-3338-4378-B988-39DA72C2C711}" type="pres">
      <dgm:prSet presAssocID="{D88D544A-6FD0-4768-84A3-AF8566DF599E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5051FA-4A54-4C93-A8CF-C766669DD1A8}" srcId="{45B84453-DE4F-4975-9AC8-7D00EC274E16}" destId="{ECE5C172-DAA1-4594-A82E-4E4633B60FBB}" srcOrd="1" destOrd="0" parTransId="{4625A288-BAF0-4A6E-801E-C5D14A2BDC38}" sibTransId="{C1B81129-99B7-40C4-9F23-2B824EC3B5D9}"/>
    <dgm:cxn modelId="{0C0B3418-FC22-4A0C-B4AC-5C010F49547F}" type="presOf" srcId="{3C7E8303-A7B9-42E8-A0BF-91B1E876A097}" destId="{5B7BFE71-106E-41D2-A822-8F85662FBEAF}" srcOrd="0" destOrd="0" presId="urn:microsoft.com/office/officeart/2005/8/layout/process2"/>
    <dgm:cxn modelId="{F3EF868A-4A33-4236-9B5F-5A4A31C948CF}" type="presOf" srcId="{C1B81129-99B7-40C4-9F23-2B824EC3B5D9}" destId="{130BF00E-3DA9-4E4A-913E-97BD090298AB}" srcOrd="0" destOrd="0" presId="urn:microsoft.com/office/officeart/2005/8/layout/process2"/>
    <dgm:cxn modelId="{8AD5E03E-82A8-41A3-A078-3C85F27B9103}" type="presOf" srcId="{C1B81129-99B7-40C4-9F23-2B824EC3B5D9}" destId="{EB275124-DF96-41E4-A592-A65324EB1D34}" srcOrd="1" destOrd="0" presId="urn:microsoft.com/office/officeart/2005/8/layout/process2"/>
    <dgm:cxn modelId="{CBE53F31-3D48-4964-8FEB-FDEAAE28A687}" srcId="{45B84453-DE4F-4975-9AC8-7D00EC274E16}" destId="{D88D544A-6FD0-4768-84A3-AF8566DF599E}" srcOrd="2" destOrd="0" parTransId="{AF8CA872-4D06-4506-8EB5-DF841CA8FC6B}" sibTransId="{1B22E5D2-7AB1-4749-8469-08E6D4B0A89E}"/>
    <dgm:cxn modelId="{DBF24B9D-6269-49B4-9042-6FD764CBBF5F}" srcId="{45B84453-DE4F-4975-9AC8-7D00EC274E16}" destId="{3C7E8303-A7B9-42E8-A0BF-91B1E876A097}" srcOrd="0" destOrd="0" parTransId="{7E2BA6BE-F661-4935-9E55-5DF3A8F55CDA}" sibTransId="{474B6CBD-3034-486E-B000-615C5EA4A0B9}"/>
    <dgm:cxn modelId="{EA4E8A65-3D77-4CC2-B5AC-16985A69147D}" type="presOf" srcId="{474B6CBD-3034-486E-B000-615C5EA4A0B9}" destId="{49D1F87B-D9CD-463F-BAF4-7479976C78A0}" srcOrd="1" destOrd="0" presId="urn:microsoft.com/office/officeart/2005/8/layout/process2"/>
    <dgm:cxn modelId="{53F2177F-F935-4F7F-BDE9-F865292BBCA3}" type="presOf" srcId="{474B6CBD-3034-486E-B000-615C5EA4A0B9}" destId="{A407F260-5A29-4A74-A0E8-C36DE5B2B85E}" srcOrd="0" destOrd="0" presId="urn:microsoft.com/office/officeart/2005/8/layout/process2"/>
    <dgm:cxn modelId="{268B5B6F-1265-43BC-A90E-E875FE2225C1}" type="presOf" srcId="{45B84453-DE4F-4975-9AC8-7D00EC274E16}" destId="{A719991A-B26D-4344-BA8C-491A004CFB96}" srcOrd="0" destOrd="0" presId="urn:microsoft.com/office/officeart/2005/8/layout/process2"/>
    <dgm:cxn modelId="{28B27B4B-310B-471F-8530-6A63B9A303EC}" type="presOf" srcId="{ECE5C172-DAA1-4594-A82E-4E4633B60FBB}" destId="{D5B0D282-5E7F-4966-AF8F-4DAA96484DBA}" srcOrd="0" destOrd="0" presId="urn:microsoft.com/office/officeart/2005/8/layout/process2"/>
    <dgm:cxn modelId="{5A823003-D8CC-4200-AB12-427F6B3CCDD9}" type="presOf" srcId="{D88D544A-6FD0-4768-84A3-AF8566DF599E}" destId="{5A4CAEF2-3338-4378-B988-39DA72C2C711}" srcOrd="0" destOrd="0" presId="urn:microsoft.com/office/officeart/2005/8/layout/process2"/>
    <dgm:cxn modelId="{CA39F6DA-2D0F-4A97-B04A-B8F3DEC4850D}" type="presParOf" srcId="{A719991A-B26D-4344-BA8C-491A004CFB96}" destId="{5B7BFE71-106E-41D2-A822-8F85662FBEAF}" srcOrd="0" destOrd="0" presId="urn:microsoft.com/office/officeart/2005/8/layout/process2"/>
    <dgm:cxn modelId="{D83E920B-7451-4F81-9166-A6F686E41C67}" type="presParOf" srcId="{A719991A-B26D-4344-BA8C-491A004CFB96}" destId="{A407F260-5A29-4A74-A0E8-C36DE5B2B85E}" srcOrd="1" destOrd="0" presId="urn:microsoft.com/office/officeart/2005/8/layout/process2"/>
    <dgm:cxn modelId="{406389C7-17B3-4C52-991C-DFAF9DC9060B}" type="presParOf" srcId="{A407F260-5A29-4A74-A0E8-C36DE5B2B85E}" destId="{49D1F87B-D9CD-463F-BAF4-7479976C78A0}" srcOrd="0" destOrd="0" presId="urn:microsoft.com/office/officeart/2005/8/layout/process2"/>
    <dgm:cxn modelId="{FF32907D-D34A-48E8-BC0E-F714377D9649}" type="presParOf" srcId="{A719991A-B26D-4344-BA8C-491A004CFB96}" destId="{D5B0D282-5E7F-4966-AF8F-4DAA96484DBA}" srcOrd="2" destOrd="0" presId="urn:microsoft.com/office/officeart/2005/8/layout/process2"/>
    <dgm:cxn modelId="{D42D99A1-E142-4DDA-A528-3CE9BC4407D1}" type="presParOf" srcId="{A719991A-B26D-4344-BA8C-491A004CFB96}" destId="{130BF00E-3DA9-4E4A-913E-97BD090298AB}" srcOrd="3" destOrd="0" presId="urn:microsoft.com/office/officeart/2005/8/layout/process2"/>
    <dgm:cxn modelId="{38F176B5-E6F3-47DC-A1BF-F1DA6FFE6C00}" type="presParOf" srcId="{130BF00E-3DA9-4E4A-913E-97BD090298AB}" destId="{EB275124-DF96-41E4-A592-A65324EB1D34}" srcOrd="0" destOrd="0" presId="urn:microsoft.com/office/officeart/2005/8/layout/process2"/>
    <dgm:cxn modelId="{9F574B75-2152-4D00-8F93-36514DD87947}" type="presParOf" srcId="{A719991A-B26D-4344-BA8C-491A004CFB96}" destId="{5A4CAEF2-3338-4378-B988-39DA72C2C711}" srcOrd="4" destOrd="0" presId="urn:microsoft.com/office/officeart/2005/8/layout/process2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B3E187-BF88-46BB-A815-7C161FBF3087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9F7516C-575D-4BBE-B31E-4C417FA50A3D}">
      <dgm:prSet phldrT="[Text]"/>
      <dgm:spPr>
        <a:gradFill flip="none" rotWithShape="0">
          <a:gsLst>
            <a:gs pos="0">
              <a:schemeClr val="accent5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5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dirty="0" smtClean="0"/>
            <a:t>Amino Acid Composition (AAC)</a:t>
          </a:r>
          <a:endParaRPr lang="en-US" dirty="0"/>
        </a:p>
      </dgm:t>
    </dgm:pt>
    <dgm:pt modelId="{4C7B3A0A-DC4D-40E7-B028-1F2530E52814}" type="parTrans" cxnId="{029640A6-0860-4E32-931D-5ED025EC486E}">
      <dgm:prSet/>
      <dgm:spPr/>
      <dgm:t>
        <a:bodyPr/>
        <a:lstStyle/>
        <a:p>
          <a:endParaRPr lang="en-US"/>
        </a:p>
      </dgm:t>
    </dgm:pt>
    <dgm:pt modelId="{689295EA-2B70-450C-B6BA-6AEDE45C4EB5}" type="sibTrans" cxnId="{029640A6-0860-4E32-931D-5ED025EC486E}">
      <dgm:prSet/>
      <dgm:spPr/>
      <dgm:t>
        <a:bodyPr/>
        <a:lstStyle/>
        <a:p>
          <a:endParaRPr lang="en-US"/>
        </a:p>
      </dgm:t>
    </dgm:pt>
    <dgm:pt modelId="{42B12CEF-E488-4664-9743-090BEE7A8E48}">
      <dgm:prSet phldrT="[Text]"/>
      <dgm:spPr>
        <a:gradFill flip="none" rotWithShape="0">
          <a:gsLst>
            <a:gs pos="0">
              <a:schemeClr val="accent5">
                <a:hueOff val="-9933876"/>
                <a:satOff val="39811"/>
                <a:lumOff val="8628"/>
                <a:shade val="30000"/>
                <a:satMod val="115000"/>
              </a:schemeClr>
            </a:gs>
            <a:gs pos="50000">
              <a:schemeClr val="accent5">
                <a:hueOff val="-9933876"/>
                <a:satOff val="39811"/>
                <a:lumOff val="8628"/>
                <a:shade val="67500"/>
                <a:satMod val="115000"/>
              </a:schemeClr>
            </a:gs>
            <a:gs pos="100000">
              <a:schemeClr val="accent5">
                <a:hueOff val="-9933876"/>
                <a:satOff val="39811"/>
                <a:lumOff val="8628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dirty="0" smtClean="0"/>
            <a:t>Conjoint Triad (CT)</a:t>
          </a:r>
          <a:endParaRPr lang="en-US" dirty="0"/>
        </a:p>
      </dgm:t>
    </dgm:pt>
    <dgm:pt modelId="{1D3B6E79-8301-46B9-BC8E-04D0B0B8736B}" type="parTrans" cxnId="{2F9D4B2E-3371-4FA9-9C6E-3A9767C223EB}">
      <dgm:prSet/>
      <dgm:spPr/>
      <dgm:t>
        <a:bodyPr/>
        <a:lstStyle/>
        <a:p>
          <a:endParaRPr lang="en-US"/>
        </a:p>
      </dgm:t>
    </dgm:pt>
    <dgm:pt modelId="{CF3A7676-3143-4B7E-A10F-7EFADA3039E3}" type="sibTrans" cxnId="{2F9D4B2E-3371-4FA9-9C6E-3A9767C223EB}">
      <dgm:prSet/>
      <dgm:spPr/>
      <dgm:t>
        <a:bodyPr/>
        <a:lstStyle/>
        <a:p>
          <a:endParaRPr lang="en-US"/>
        </a:p>
      </dgm:t>
    </dgm:pt>
    <dgm:pt modelId="{F259296B-1CD9-4BA0-A50A-8FBB95523102}" type="pres">
      <dgm:prSet presAssocID="{B9B3E187-BF88-46BB-A815-7C161FBF308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D0398C-1995-4F86-98FB-399573CD1EDC}" type="pres">
      <dgm:prSet presAssocID="{79F7516C-575D-4BBE-B31E-4C417FA50A3D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DF92AC-5004-4F07-84F7-4D8234ABF13B}" type="pres">
      <dgm:prSet presAssocID="{689295EA-2B70-450C-B6BA-6AEDE45C4EB5}" presName="sibTrans" presStyleCnt="0"/>
      <dgm:spPr/>
    </dgm:pt>
    <dgm:pt modelId="{C1C6981C-E4DD-4E36-9FEC-59B7CD946F46}" type="pres">
      <dgm:prSet presAssocID="{42B12CEF-E488-4664-9743-090BEE7A8E48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291A2B-0751-4E53-A96B-FD1B7C3F779E}" type="presOf" srcId="{B9B3E187-BF88-46BB-A815-7C161FBF3087}" destId="{F259296B-1CD9-4BA0-A50A-8FBB95523102}" srcOrd="0" destOrd="0" presId="urn:microsoft.com/office/officeart/2005/8/layout/default"/>
    <dgm:cxn modelId="{2F9D4B2E-3371-4FA9-9C6E-3A9767C223EB}" srcId="{B9B3E187-BF88-46BB-A815-7C161FBF3087}" destId="{42B12CEF-E488-4664-9743-090BEE7A8E48}" srcOrd="1" destOrd="0" parTransId="{1D3B6E79-8301-46B9-BC8E-04D0B0B8736B}" sibTransId="{CF3A7676-3143-4B7E-A10F-7EFADA3039E3}"/>
    <dgm:cxn modelId="{029640A6-0860-4E32-931D-5ED025EC486E}" srcId="{B9B3E187-BF88-46BB-A815-7C161FBF3087}" destId="{79F7516C-575D-4BBE-B31E-4C417FA50A3D}" srcOrd="0" destOrd="0" parTransId="{4C7B3A0A-DC4D-40E7-B028-1F2530E52814}" sibTransId="{689295EA-2B70-450C-B6BA-6AEDE45C4EB5}"/>
    <dgm:cxn modelId="{6F3E4601-F0CA-4667-A40F-EAF86014923D}" type="presOf" srcId="{79F7516C-575D-4BBE-B31E-4C417FA50A3D}" destId="{55D0398C-1995-4F86-98FB-399573CD1EDC}" srcOrd="0" destOrd="0" presId="urn:microsoft.com/office/officeart/2005/8/layout/default"/>
    <dgm:cxn modelId="{C037B12B-B993-4BE4-90BF-4DEBEEFFA825}" type="presOf" srcId="{42B12CEF-E488-4664-9743-090BEE7A8E48}" destId="{C1C6981C-E4DD-4E36-9FEC-59B7CD946F46}" srcOrd="0" destOrd="0" presId="urn:microsoft.com/office/officeart/2005/8/layout/default"/>
    <dgm:cxn modelId="{8C79BC9D-B121-4509-BB6A-0BEF773E505A}" type="presParOf" srcId="{F259296B-1CD9-4BA0-A50A-8FBB95523102}" destId="{55D0398C-1995-4F86-98FB-399573CD1EDC}" srcOrd="0" destOrd="0" presId="urn:microsoft.com/office/officeart/2005/8/layout/default"/>
    <dgm:cxn modelId="{526EF636-62E8-41FA-8269-A7D9125797D3}" type="presParOf" srcId="{F259296B-1CD9-4BA0-A50A-8FBB95523102}" destId="{72DF92AC-5004-4F07-84F7-4D8234ABF13B}" srcOrd="1" destOrd="0" presId="urn:microsoft.com/office/officeart/2005/8/layout/default"/>
    <dgm:cxn modelId="{24811608-AFA7-4129-8030-8BCE7E9DEF33}" type="presParOf" srcId="{F259296B-1CD9-4BA0-A50A-8FBB95523102}" destId="{C1C6981C-E4DD-4E36-9FEC-59B7CD946F46}" srcOrd="2" destOrd="0" presId="urn:microsoft.com/office/officeart/2005/8/layout/default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5B84453-DE4F-4975-9AC8-7D00EC274E16}" type="doc">
      <dgm:prSet loTypeId="urn:microsoft.com/office/officeart/2005/8/layout/process2" loCatId="process" qsTypeId="urn:microsoft.com/office/officeart/2005/8/quickstyle/simple2" qsCatId="simple" csTypeId="urn:microsoft.com/office/officeart/2005/8/colors/colorful1" csCatId="colorful" phldr="1"/>
      <dgm:spPr/>
    </dgm:pt>
    <dgm:pt modelId="{3C7E8303-A7B9-42E8-A0BF-91B1E876A097}">
      <dgm:prSet phldrT="[Text]"/>
      <dgm:spPr/>
      <dgm:t>
        <a:bodyPr/>
        <a:lstStyle/>
        <a:p>
          <a:r>
            <a:rPr lang="en-US" dirty="0" smtClean="0"/>
            <a:t>AAC+CT</a:t>
          </a:r>
          <a:endParaRPr lang="en-US" dirty="0"/>
        </a:p>
      </dgm:t>
    </dgm:pt>
    <dgm:pt modelId="{7E2BA6BE-F661-4935-9E55-5DF3A8F55CDA}" type="parTrans" cxnId="{DBF24B9D-6269-49B4-9042-6FD764CBBF5F}">
      <dgm:prSet/>
      <dgm:spPr/>
      <dgm:t>
        <a:bodyPr/>
        <a:lstStyle/>
        <a:p>
          <a:endParaRPr lang="en-US"/>
        </a:p>
      </dgm:t>
    </dgm:pt>
    <dgm:pt modelId="{474B6CBD-3034-486E-B000-615C5EA4A0B9}" type="sibTrans" cxnId="{DBF24B9D-6269-49B4-9042-6FD764CBBF5F}">
      <dgm:prSet/>
      <dgm:spPr/>
      <dgm:t>
        <a:bodyPr/>
        <a:lstStyle/>
        <a:p>
          <a:endParaRPr lang="en-US"/>
        </a:p>
      </dgm:t>
    </dgm:pt>
    <dgm:pt modelId="{ECE5C172-DAA1-4594-A82E-4E4633B60FBB}">
      <dgm:prSet phldrT="[Text]"/>
      <dgm:spPr/>
      <dgm:t>
        <a:bodyPr/>
        <a:lstStyle/>
        <a:p>
          <a:r>
            <a:rPr lang="en-US" dirty="0" smtClean="0"/>
            <a:t>PCA</a:t>
          </a:r>
          <a:endParaRPr lang="en-US" dirty="0"/>
        </a:p>
      </dgm:t>
    </dgm:pt>
    <dgm:pt modelId="{4625A288-BAF0-4A6E-801E-C5D14A2BDC38}" type="parTrans" cxnId="{085051FA-4A54-4C93-A8CF-C766669DD1A8}">
      <dgm:prSet/>
      <dgm:spPr/>
      <dgm:t>
        <a:bodyPr/>
        <a:lstStyle/>
        <a:p>
          <a:endParaRPr lang="en-US"/>
        </a:p>
      </dgm:t>
    </dgm:pt>
    <dgm:pt modelId="{C1B81129-99B7-40C4-9F23-2B824EC3B5D9}" type="sibTrans" cxnId="{085051FA-4A54-4C93-A8CF-C766669DD1A8}">
      <dgm:prSet/>
      <dgm:spPr/>
      <dgm:t>
        <a:bodyPr/>
        <a:lstStyle/>
        <a:p>
          <a:endParaRPr lang="en-US"/>
        </a:p>
      </dgm:t>
    </dgm:pt>
    <dgm:pt modelId="{D88D544A-6FD0-4768-84A3-AF8566DF599E}">
      <dgm:prSet phldrT="[Text]"/>
      <dgm:spPr/>
      <dgm:t>
        <a:bodyPr/>
        <a:lstStyle/>
        <a:p>
          <a:r>
            <a:rPr lang="en-US" dirty="0" smtClean="0"/>
            <a:t>Protein Embeddings</a:t>
          </a:r>
          <a:endParaRPr lang="en-US" dirty="0"/>
        </a:p>
      </dgm:t>
    </dgm:pt>
    <dgm:pt modelId="{AF8CA872-4D06-4506-8EB5-DF841CA8FC6B}" type="parTrans" cxnId="{CBE53F31-3D48-4964-8FEB-FDEAAE28A687}">
      <dgm:prSet/>
      <dgm:spPr/>
      <dgm:t>
        <a:bodyPr/>
        <a:lstStyle/>
        <a:p>
          <a:endParaRPr lang="en-US"/>
        </a:p>
      </dgm:t>
    </dgm:pt>
    <dgm:pt modelId="{1B22E5D2-7AB1-4749-8469-08E6D4B0A89E}" type="sibTrans" cxnId="{CBE53F31-3D48-4964-8FEB-FDEAAE28A687}">
      <dgm:prSet/>
      <dgm:spPr/>
      <dgm:t>
        <a:bodyPr/>
        <a:lstStyle/>
        <a:p>
          <a:endParaRPr lang="en-US"/>
        </a:p>
      </dgm:t>
    </dgm:pt>
    <dgm:pt modelId="{A719991A-B26D-4344-BA8C-491A004CFB96}" type="pres">
      <dgm:prSet presAssocID="{45B84453-DE4F-4975-9AC8-7D00EC274E16}" presName="linearFlow" presStyleCnt="0">
        <dgm:presLayoutVars>
          <dgm:resizeHandles val="exact"/>
        </dgm:presLayoutVars>
      </dgm:prSet>
      <dgm:spPr/>
    </dgm:pt>
    <dgm:pt modelId="{5B7BFE71-106E-41D2-A822-8F85662FBEAF}" type="pres">
      <dgm:prSet presAssocID="{3C7E8303-A7B9-42E8-A0BF-91B1E876A09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07F260-5A29-4A74-A0E8-C36DE5B2B85E}" type="pres">
      <dgm:prSet presAssocID="{474B6CBD-3034-486E-B000-615C5EA4A0B9}" presName="sibTrans" presStyleLbl="sibTrans2D1" presStyleIdx="0" presStyleCnt="2"/>
      <dgm:spPr/>
      <dgm:t>
        <a:bodyPr/>
        <a:lstStyle/>
        <a:p>
          <a:endParaRPr lang="en-US"/>
        </a:p>
      </dgm:t>
    </dgm:pt>
    <dgm:pt modelId="{49D1F87B-D9CD-463F-BAF4-7479976C78A0}" type="pres">
      <dgm:prSet presAssocID="{474B6CBD-3034-486E-B000-615C5EA4A0B9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5B0D282-5E7F-4966-AF8F-4DAA96484DBA}" type="pres">
      <dgm:prSet presAssocID="{ECE5C172-DAA1-4594-A82E-4E4633B60FB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0BF00E-3DA9-4E4A-913E-97BD090298AB}" type="pres">
      <dgm:prSet presAssocID="{C1B81129-99B7-40C4-9F23-2B824EC3B5D9}" presName="sibTrans" presStyleLbl="sibTrans2D1" presStyleIdx="1" presStyleCnt="2"/>
      <dgm:spPr/>
      <dgm:t>
        <a:bodyPr/>
        <a:lstStyle/>
        <a:p>
          <a:endParaRPr lang="en-US"/>
        </a:p>
      </dgm:t>
    </dgm:pt>
    <dgm:pt modelId="{EB275124-DF96-41E4-A592-A65324EB1D34}" type="pres">
      <dgm:prSet presAssocID="{C1B81129-99B7-40C4-9F23-2B824EC3B5D9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A4CAEF2-3338-4378-B988-39DA72C2C711}" type="pres">
      <dgm:prSet presAssocID="{D88D544A-6FD0-4768-84A3-AF8566DF599E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5051FA-4A54-4C93-A8CF-C766669DD1A8}" srcId="{45B84453-DE4F-4975-9AC8-7D00EC274E16}" destId="{ECE5C172-DAA1-4594-A82E-4E4633B60FBB}" srcOrd="1" destOrd="0" parTransId="{4625A288-BAF0-4A6E-801E-C5D14A2BDC38}" sibTransId="{C1B81129-99B7-40C4-9F23-2B824EC3B5D9}"/>
    <dgm:cxn modelId="{CE93203E-D348-4489-9E38-CB6ED9C3C06B}" type="presOf" srcId="{ECE5C172-DAA1-4594-A82E-4E4633B60FBB}" destId="{D5B0D282-5E7F-4966-AF8F-4DAA96484DBA}" srcOrd="0" destOrd="0" presId="urn:microsoft.com/office/officeart/2005/8/layout/process2"/>
    <dgm:cxn modelId="{CBE53F31-3D48-4964-8FEB-FDEAAE28A687}" srcId="{45B84453-DE4F-4975-9AC8-7D00EC274E16}" destId="{D88D544A-6FD0-4768-84A3-AF8566DF599E}" srcOrd="2" destOrd="0" parTransId="{AF8CA872-4D06-4506-8EB5-DF841CA8FC6B}" sibTransId="{1B22E5D2-7AB1-4749-8469-08E6D4B0A89E}"/>
    <dgm:cxn modelId="{48FD2E6D-5D7C-48BC-A3FF-7E35AB10AFEE}" type="presOf" srcId="{45B84453-DE4F-4975-9AC8-7D00EC274E16}" destId="{A719991A-B26D-4344-BA8C-491A004CFB96}" srcOrd="0" destOrd="0" presId="urn:microsoft.com/office/officeart/2005/8/layout/process2"/>
    <dgm:cxn modelId="{CE6EE639-55E0-4976-8F24-00EC2038D939}" type="presOf" srcId="{C1B81129-99B7-40C4-9F23-2B824EC3B5D9}" destId="{EB275124-DF96-41E4-A592-A65324EB1D34}" srcOrd="1" destOrd="0" presId="urn:microsoft.com/office/officeart/2005/8/layout/process2"/>
    <dgm:cxn modelId="{DBF24B9D-6269-49B4-9042-6FD764CBBF5F}" srcId="{45B84453-DE4F-4975-9AC8-7D00EC274E16}" destId="{3C7E8303-A7B9-42E8-A0BF-91B1E876A097}" srcOrd="0" destOrd="0" parTransId="{7E2BA6BE-F661-4935-9E55-5DF3A8F55CDA}" sibTransId="{474B6CBD-3034-486E-B000-615C5EA4A0B9}"/>
    <dgm:cxn modelId="{CAA186FA-556F-48C3-813A-C3A7F8482144}" type="presOf" srcId="{D88D544A-6FD0-4768-84A3-AF8566DF599E}" destId="{5A4CAEF2-3338-4378-B988-39DA72C2C711}" srcOrd="0" destOrd="0" presId="urn:microsoft.com/office/officeart/2005/8/layout/process2"/>
    <dgm:cxn modelId="{EBB2C606-4149-4828-8B56-7782962C0490}" type="presOf" srcId="{C1B81129-99B7-40C4-9F23-2B824EC3B5D9}" destId="{130BF00E-3DA9-4E4A-913E-97BD090298AB}" srcOrd="0" destOrd="0" presId="urn:microsoft.com/office/officeart/2005/8/layout/process2"/>
    <dgm:cxn modelId="{1502DF03-D0D6-4CA8-8D49-293EFA78473B}" type="presOf" srcId="{3C7E8303-A7B9-42E8-A0BF-91B1E876A097}" destId="{5B7BFE71-106E-41D2-A822-8F85662FBEAF}" srcOrd="0" destOrd="0" presId="urn:microsoft.com/office/officeart/2005/8/layout/process2"/>
    <dgm:cxn modelId="{9CD04D03-DDB5-4A88-8F7D-E5D29D5E6382}" type="presOf" srcId="{474B6CBD-3034-486E-B000-615C5EA4A0B9}" destId="{A407F260-5A29-4A74-A0E8-C36DE5B2B85E}" srcOrd="0" destOrd="0" presId="urn:microsoft.com/office/officeart/2005/8/layout/process2"/>
    <dgm:cxn modelId="{3DC9FC0F-BDA2-4366-90DF-0638D9D10D59}" type="presOf" srcId="{474B6CBD-3034-486E-B000-615C5EA4A0B9}" destId="{49D1F87B-D9CD-463F-BAF4-7479976C78A0}" srcOrd="1" destOrd="0" presId="urn:microsoft.com/office/officeart/2005/8/layout/process2"/>
    <dgm:cxn modelId="{5FC06C8F-5CED-4386-85D8-B211BB448B60}" type="presParOf" srcId="{A719991A-B26D-4344-BA8C-491A004CFB96}" destId="{5B7BFE71-106E-41D2-A822-8F85662FBEAF}" srcOrd="0" destOrd="0" presId="urn:microsoft.com/office/officeart/2005/8/layout/process2"/>
    <dgm:cxn modelId="{EEFF38D3-7488-42C7-944D-49E2DEFD2379}" type="presParOf" srcId="{A719991A-B26D-4344-BA8C-491A004CFB96}" destId="{A407F260-5A29-4A74-A0E8-C36DE5B2B85E}" srcOrd="1" destOrd="0" presId="urn:microsoft.com/office/officeart/2005/8/layout/process2"/>
    <dgm:cxn modelId="{10A819E0-6867-4F14-9E9E-4596FECE9BD4}" type="presParOf" srcId="{A407F260-5A29-4A74-A0E8-C36DE5B2B85E}" destId="{49D1F87B-D9CD-463F-BAF4-7479976C78A0}" srcOrd="0" destOrd="0" presId="urn:microsoft.com/office/officeart/2005/8/layout/process2"/>
    <dgm:cxn modelId="{1A7A1743-B54E-4C80-BCA6-2C2630AEA205}" type="presParOf" srcId="{A719991A-B26D-4344-BA8C-491A004CFB96}" destId="{D5B0D282-5E7F-4966-AF8F-4DAA96484DBA}" srcOrd="2" destOrd="0" presId="urn:microsoft.com/office/officeart/2005/8/layout/process2"/>
    <dgm:cxn modelId="{EBCCA556-EF42-460E-B15A-7586412D91BF}" type="presParOf" srcId="{A719991A-B26D-4344-BA8C-491A004CFB96}" destId="{130BF00E-3DA9-4E4A-913E-97BD090298AB}" srcOrd="3" destOrd="0" presId="urn:microsoft.com/office/officeart/2005/8/layout/process2"/>
    <dgm:cxn modelId="{8FBDEF5F-9051-43AC-93C8-FA41897D0E41}" type="presParOf" srcId="{130BF00E-3DA9-4E4A-913E-97BD090298AB}" destId="{EB275124-DF96-41E4-A592-A65324EB1D34}" srcOrd="0" destOrd="0" presId="urn:microsoft.com/office/officeart/2005/8/layout/process2"/>
    <dgm:cxn modelId="{18A5AF26-35C0-41AA-A3F1-687F145D69AE}" type="presParOf" srcId="{A719991A-B26D-4344-BA8C-491A004CFB96}" destId="{5A4CAEF2-3338-4378-B988-39DA72C2C711}" srcOrd="4" destOrd="0" presId="urn:microsoft.com/office/officeart/2005/8/layout/process2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B3E187-BF88-46BB-A815-7C161FBF3087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9F7516C-575D-4BBE-B31E-4C417FA50A3D}">
      <dgm:prSet phldrT="[Text]"/>
      <dgm:spPr>
        <a:gradFill flip="none" rotWithShape="0">
          <a:gsLst>
            <a:gs pos="0">
              <a:schemeClr val="accent5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5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dirty="0" smtClean="0"/>
            <a:t>Amino Acid Composition (AAC)</a:t>
          </a:r>
          <a:endParaRPr lang="en-US" dirty="0"/>
        </a:p>
      </dgm:t>
    </dgm:pt>
    <dgm:pt modelId="{4C7B3A0A-DC4D-40E7-B028-1F2530E52814}" type="parTrans" cxnId="{029640A6-0860-4E32-931D-5ED025EC486E}">
      <dgm:prSet/>
      <dgm:spPr/>
      <dgm:t>
        <a:bodyPr/>
        <a:lstStyle/>
        <a:p>
          <a:endParaRPr lang="en-US"/>
        </a:p>
      </dgm:t>
    </dgm:pt>
    <dgm:pt modelId="{689295EA-2B70-450C-B6BA-6AEDE45C4EB5}" type="sibTrans" cxnId="{029640A6-0860-4E32-931D-5ED025EC486E}">
      <dgm:prSet/>
      <dgm:spPr/>
      <dgm:t>
        <a:bodyPr/>
        <a:lstStyle/>
        <a:p>
          <a:endParaRPr lang="en-US"/>
        </a:p>
      </dgm:t>
    </dgm:pt>
    <dgm:pt modelId="{42B12CEF-E488-4664-9743-090BEE7A8E48}">
      <dgm:prSet phldrT="[Text]"/>
      <dgm:spPr>
        <a:gradFill flip="none" rotWithShape="0">
          <a:gsLst>
            <a:gs pos="0">
              <a:schemeClr val="accent4">
                <a:lumMod val="40000"/>
                <a:lumOff val="60000"/>
                <a:shade val="30000"/>
                <a:satMod val="115000"/>
              </a:schemeClr>
            </a:gs>
            <a:gs pos="50000">
              <a:schemeClr val="accent4">
                <a:lumMod val="40000"/>
                <a:lumOff val="60000"/>
                <a:shade val="67500"/>
                <a:satMod val="115000"/>
              </a:schemeClr>
            </a:gs>
            <a:gs pos="100000">
              <a:schemeClr val="accent4">
                <a:lumMod val="40000"/>
                <a:lumOff val="6000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dirty="0" smtClean="0"/>
            <a:t>Conjoint Triad (CT)</a:t>
          </a:r>
          <a:endParaRPr lang="en-US" dirty="0"/>
        </a:p>
      </dgm:t>
    </dgm:pt>
    <dgm:pt modelId="{1D3B6E79-8301-46B9-BC8E-04D0B0B8736B}" type="parTrans" cxnId="{2F9D4B2E-3371-4FA9-9C6E-3A9767C223EB}">
      <dgm:prSet/>
      <dgm:spPr/>
      <dgm:t>
        <a:bodyPr/>
        <a:lstStyle/>
        <a:p>
          <a:endParaRPr lang="en-US"/>
        </a:p>
      </dgm:t>
    </dgm:pt>
    <dgm:pt modelId="{CF3A7676-3143-4B7E-A10F-7EFADA3039E3}" type="sibTrans" cxnId="{2F9D4B2E-3371-4FA9-9C6E-3A9767C223EB}">
      <dgm:prSet/>
      <dgm:spPr/>
      <dgm:t>
        <a:bodyPr/>
        <a:lstStyle/>
        <a:p>
          <a:endParaRPr lang="en-US"/>
        </a:p>
      </dgm:t>
    </dgm:pt>
    <dgm:pt modelId="{F259296B-1CD9-4BA0-A50A-8FBB95523102}" type="pres">
      <dgm:prSet presAssocID="{B9B3E187-BF88-46BB-A815-7C161FBF308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D0398C-1995-4F86-98FB-399573CD1EDC}" type="pres">
      <dgm:prSet presAssocID="{79F7516C-575D-4BBE-B31E-4C417FA50A3D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DF92AC-5004-4F07-84F7-4D8234ABF13B}" type="pres">
      <dgm:prSet presAssocID="{689295EA-2B70-450C-B6BA-6AEDE45C4EB5}" presName="sibTrans" presStyleCnt="0"/>
      <dgm:spPr/>
    </dgm:pt>
    <dgm:pt modelId="{C1C6981C-E4DD-4E36-9FEC-59B7CD946F46}" type="pres">
      <dgm:prSet presAssocID="{42B12CEF-E488-4664-9743-090BEE7A8E48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F953299-C2AF-4830-A0EB-14EF03CD342F}" type="presOf" srcId="{42B12CEF-E488-4664-9743-090BEE7A8E48}" destId="{C1C6981C-E4DD-4E36-9FEC-59B7CD946F46}" srcOrd="0" destOrd="0" presId="urn:microsoft.com/office/officeart/2005/8/layout/default"/>
    <dgm:cxn modelId="{2F9D4B2E-3371-4FA9-9C6E-3A9767C223EB}" srcId="{B9B3E187-BF88-46BB-A815-7C161FBF3087}" destId="{42B12CEF-E488-4664-9743-090BEE7A8E48}" srcOrd="1" destOrd="0" parTransId="{1D3B6E79-8301-46B9-BC8E-04D0B0B8736B}" sibTransId="{CF3A7676-3143-4B7E-A10F-7EFADA3039E3}"/>
    <dgm:cxn modelId="{ECCAA63E-0E5D-4A79-A392-1B116E12F1A3}" type="presOf" srcId="{79F7516C-575D-4BBE-B31E-4C417FA50A3D}" destId="{55D0398C-1995-4F86-98FB-399573CD1EDC}" srcOrd="0" destOrd="0" presId="urn:microsoft.com/office/officeart/2005/8/layout/default"/>
    <dgm:cxn modelId="{98123FC9-1FEF-485E-AF38-99E044FD533A}" type="presOf" srcId="{B9B3E187-BF88-46BB-A815-7C161FBF3087}" destId="{F259296B-1CD9-4BA0-A50A-8FBB95523102}" srcOrd="0" destOrd="0" presId="urn:microsoft.com/office/officeart/2005/8/layout/default"/>
    <dgm:cxn modelId="{029640A6-0860-4E32-931D-5ED025EC486E}" srcId="{B9B3E187-BF88-46BB-A815-7C161FBF3087}" destId="{79F7516C-575D-4BBE-B31E-4C417FA50A3D}" srcOrd="0" destOrd="0" parTransId="{4C7B3A0A-DC4D-40E7-B028-1F2530E52814}" sibTransId="{689295EA-2B70-450C-B6BA-6AEDE45C4EB5}"/>
    <dgm:cxn modelId="{55F15113-73A2-4521-91D0-9E53A31FFCD9}" type="presParOf" srcId="{F259296B-1CD9-4BA0-A50A-8FBB95523102}" destId="{55D0398C-1995-4F86-98FB-399573CD1EDC}" srcOrd="0" destOrd="0" presId="urn:microsoft.com/office/officeart/2005/8/layout/default"/>
    <dgm:cxn modelId="{9D44DF8A-7E1A-43A4-B62C-E27F7C27FE05}" type="presParOf" srcId="{F259296B-1CD9-4BA0-A50A-8FBB95523102}" destId="{72DF92AC-5004-4F07-84F7-4D8234ABF13B}" srcOrd="1" destOrd="0" presId="urn:microsoft.com/office/officeart/2005/8/layout/default"/>
    <dgm:cxn modelId="{8A3F011A-46F0-4C2A-8F04-4CA63735DC19}" type="presParOf" srcId="{F259296B-1CD9-4BA0-A50A-8FBB95523102}" destId="{C1C6981C-E4DD-4E36-9FEC-59B7CD946F46}" srcOrd="2" destOrd="0" presId="urn:microsoft.com/office/officeart/2005/8/layout/default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85DCA2B-B92F-481E-9E10-15548A4F3885}" type="doc">
      <dgm:prSet loTypeId="urn:microsoft.com/office/officeart/2005/8/layout/process2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A2D236-BE56-4C6C-93F4-4140D96AAE10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dirty="0" smtClean="0"/>
            <a:t>n</a:t>
          </a:r>
          <a:endParaRPr lang="en-US" dirty="0"/>
        </a:p>
      </dgm:t>
    </dgm:pt>
    <dgm:pt modelId="{3DD4C522-E691-45B5-8906-AE72C73C107B}" type="parTrans" cxnId="{2CA8071D-D022-4F9D-9FD4-EAC7BF6C4B13}">
      <dgm:prSet/>
      <dgm:spPr/>
      <dgm:t>
        <a:bodyPr/>
        <a:lstStyle/>
        <a:p>
          <a:endParaRPr lang="en-US"/>
        </a:p>
      </dgm:t>
    </dgm:pt>
    <dgm:pt modelId="{BAC69506-439A-4A0B-9200-43D65CE9BF92}" type="sibTrans" cxnId="{2CA8071D-D022-4F9D-9FD4-EAC7BF6C4B13}">
      <dgm:prSet/>
      <dgm:spPr/>
      <dgm:t>
        <a:bodyPr/>
        <a:lstStyle/>
        <a:p>
          <a:endParaRPr lang="en-US"/>
        </a:p>
      </dgm:t>
    </dgm:pt>
    <dgm:pt modelId="{E5CB9D64-D62B-4CF0-ABFB-E2DD5451C11D}">
      <dgm:prSet/>
      <dgm:spPr>
        <a:gradFill flip="none" rotWithShape="0">
          <a:gsLst>
            <a:gs pos="0">
              <a:schemeClr val="accent4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4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4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>
          <a:solidFill>
            <a:srgbClr val="7030A0"/>
          </a:solidFill>
        </a:ln>
      </dgm:spPr>
      <dgm:t>
        <a:bodyPr/>
        <a:lstStyle/>
        <a:p>
          <a:pPr rtl="0"/>
          <a:r>
            <a:rPr lang="en-US" dirty="0" smtClean="0"/>
            <a:t>Protein Sequence</a:t>
          </a:r>
        </a:p>
        <a:p>
          <a:pPr rtl="0"/>
          <a:endParaRPr lang="en-US" dirty="0" smtClean="0"/>
        </a:p>
        <a:p>
          <a:pPr rtl="0"/>
          <a:endParaRPr lang="en-US" dirty="0"/>
        </a:p>
      </dgm:t>
    </dgm:pt>
    <dgm:pt modelId="{52C37965-9BA3-4CD5-8D5A-DC200ABA561F}" type="parTrans" cxnId="{FE885F8C-7671-42D5-B7EA-5B2BC684C3ED}">
      <dgm:prSet/>
      <dgm:spPr/>
      <dgm:t>
        <a:bodyPr/>
        <a:lstStyle/>
        <a:p>
          <a:endParaRPr lang="en-US"/>
        </a:p>
      </dgm:t>
    </dgm:pt>
    <dgm:pt modelId="{C62F051B-BAA4-4C61-BA49-4E4812509110}" type="sibTrans" cxnId="{FE885F8C-7671-42D5-B7EA-5B2BC684C3ED}">
      <dgm:prSet/>
      <dgm:spPr/>
      <dgm:t>
        <a:bodyPr/>
        <a:lstStyle/>
        <a:p>
          <a:endParaRPr lang="en-US"/>
        </a:p>
      </dgm:t>
    </dgm:pt>
    <dgm:pt modelId="{F66ADE66-B551-40F2-AA8B-F49A0645039A}" type="pres">
      <dgm:prSet presAssocID="{F85DCA2B-B92F-481E-9E10-15548A4F3885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6E0BB67-4D13-4544-AE52-9BA1C62736BE}" type="pres">
      <dgm:prSet presAssocID="{BFA2D236-BE56-4C6C-93F4-4140D96AAE10}" presName="node" presStyleLbl="node1" presStyleIdx="0" presStyleCnt="2" custScaleX="125512" custLinFactY="100000" custLinFactNeighborX="-6860" custLinFactNeighborY="1221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6814FE-1C37-4A25-834A-23B28EF94732}" type="pres">
      <dgm:prSet presAssocID="{BAC69506-439A-4A0B-9200-43D65CE9BF92}" presName="sibTrans" presStyleLbl="sibTrans2D1" presStyleIdx="0" presStyleCnt="1" custScaleX="106001" custScaleY="60815"/>
      <dgm:spPr/>
      <dgm:t>
        <a:bodyPr/>
        <a:lstStyle/>
        <a:p>
          <a:endParaRPr lang="en-US"/>
        </a:p>
      </dgm:t>
    </dgm:pt>
    <dgm:pt modelId="{108C336D-8070-4E7E-AC1A-F444D2819CFA}" type="pres">
      <dgm:prSet presAssocID="{BAC69506-439A-4A0B-9200-43D65CE9BF92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3AC5E507-B232-4B6E-89F5-39A45A28EBF0}" type="pres">
      <dgm:prSet presAssocID="{E5CB9D64-D62B-4CF0-ABFB-E2DD5451C11D}" presName="node" presStyleLbl="node1" presStyleIdx="1" presStyleCnt="2" custScaleX="168760" custScaleY="151932" custLinFactY="-69384" custLinFactNeighborX="-6602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F6C3AEC-B976-4E0F-937D-0A474E190FB2}" type="presOf" srcId="{BAC69506-439A-4A0B-9200-43D65CE9BF92}" destId="{6F6814FE-1C37-4A25-834A-23B28EF94732}" srcOrd="0" destOrd="0" presId="urn:microsoft.com/office/officeart/2005/8/layout/process2"/>
    <dgm:cxn modelId="{C63CD345-07F8-4E39-B213-C4F4CC5FADA0}" type="presOf" srcId="{BFA2D236-BE56-4C6C-93F4-4140D96AAE10}" destId="{36E0BB67-4D13-4544-AE52-9BA1C62736BE}" srcOrd="0" destOrd="0" presId="urn:microsoft.com/office/officeart/2005/8/layout/process2"/>
    <dgm:cxn modelId="{076BF468-2354-4F60-B3FF-615A575811C2}" type="presOf" srcId="{F85DCA2B-B92F-481E-9E10-15548A4F3885}" destId="{F66ADE66-B551-40F2-AA8B-F49A0645039A}" srcOrd="0" destOrd="0" presId="urn:microsoft.com/office/officeart/2005/8/layout/process2"/>
    <dgm:cxn modelId="{91CF1118-CD27-4E1B-B201-1A6C39323B83}" type="presOf" srcId="{E5CB9D64-D62B-4CF0-ABFB-E2DD5451C11D}" destId="{3AC5E507-B232-4B6E-89F5-39A45A28EBF0}" srcOrd="0" destOrd="0" presId="urn:microsoft.com/office/officeart/2005/8/layout/process2"/>
    <dgm:cxn modelId="{2CA8071D-D022-4F9D-9FD4-EAC7BF6C4B13}" srcId="{F85DCA2B-B92F-481E-9E10-15548A4F3885}" destId="{BFA2D236-BE56-4C6C-93F4-4140D96AAE10}" srcOrd="0" destOrd="0" parTransId="{3DD4C522-E691-45B5-8906-AE72C73C107B}" sibTransId="{BAC69506-439A-4A0B-9200-43D65CE9BF92}"/>
    <dgm:cxn modelId="{95958365-F243-4377-8F0D-33ECA7A60834}" type="presOf" srcId="{BAC69506-439A-4A0B-9200-43D65CE9BF92}" destId="{108C336D-8070-4E7E-AC1A-F444D2819CFA}" srcOrd="1" destOrd="0" presId="urn:microsoft.com/office/officeart/2005/8/layout/process2"/>
    <dgm:cxn modelId="{FE885F8C-7671-42D5-B7EA-5B2BC684C3ED}" srcId="{F85DCA2B-B92F-481E-9E10-15548A4F3885}" destId="{E5CB9D64-D62B-4CF0-ABFB-E2DD5451C11D}" srcOrd="1" destOrd="0" parTransId="{52C37965-9BA3-4CD5-8D5A-DC200ABA561F}" sibTransId="{C62F051B-BAA4-4C61-BA49-4E4812509110}"/>
    <dgm:cxn modelId="{0CB78089-84DA-491E-854A-6F1CB115C581}" type="presParOf" srcId="{F66ADE66-B551-40F2-AA8B-F49A0645039A}" destId="{36E0BB67-4D13-4544-AE52-9BA1C62736BE}" srcOrd="0" destOrd="0" presId="urn:microsoft.com/office/officeart/2005/8/layout/process2"/>
    <dgm:cxn modelId="{0BD36AC0-771A-46B4-8117-6E7FF0AB60DE}" type="presParOf" srcId="{F66ADE66-B551-40F2-AA8B-F49A0645039A}" destId="{6F6814FE-1C37-4A25-834A-23B28EF94732}" srcOrd="1" destOrd="0" presId="urn:microsoft.com/office/officeart/2005/8/layout/process2"/>
    <dgm:cxn modelId="{D7EF026E-09A6-43A8-9FC4-51332DB0FE09}" type="presParOf" srcId="{6F6814FE-1C37-4A25-834A-23B28EF94732}" destId="{108C336D-8070-4E7E-AC1A-F444D2819CFA}" srcOrd="0" destOrd="0" presId="urn:microsoft.com/office/officeart/2005/8/layout/process2"/>
    <dgm:cxn modelId="{5958E347-4C2D-4ACD-95A7-7BACC09DBE0F}" type="presParOf" srcId="{F66ADE66-B551-40F2-AA8B-F49A0645039A}" destId="{3AC5E507-B232-4B6E-89F5-39A45A28EBF0}" srcOrd="2" destOrd="0" presId="urn:microsoft.com/office/officeart/2005/8/layout/process2"/>
  </dgm:cxnLst>
  <dgm:bg/>
  <dgm:whole/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031558A-785F-465E-AC63-487E6820D74F}" type="doc">
      <dgm:prSet loTypeId="urn:microsoft.com/office/officeart/2005/8/layout/process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E3E376E-B018-4A20-9F8B-18C6150FF9FA}">
      <dgm:prSet/>
      <dgm:spPr>
        <a:solidFill>
          <a:srgbClr val="D99694"/>
        </a:solidFill>
        <a:ln>
          <a:solidFill>
            <a:srgbClr val="D99694"/>
          </a:solidFill>
        </a:ln>
      </dgm:spPr>
      <dgm:t>
        <a:bodyPr/>
        <a:lstStyle/>
        <a:p>
          <a:pPr rtl="0"/>
          <a:r>
            <a:rPr lang="en-US" dirty="0" smtClean="0"/>
            <a:t>Non</a:t>
          </a:r>
          <a:endParaRPr lang="en-US" dirty="0"/>
        </a:p>
      </dgm:t>
    </dgm:pt>
    <dgm:pt modelId="{944C91C9-B99D-4DB2-ABC9-B17E8542FD7C}" type="parTrans" cxnId="{1C682BD9-132E-476E-B105-8DD17E6F9E21}">
      <dgm:prSet/>
      <dgm:spPr/>
      <dgm:t>
        <a:bodyPr/>
        <a:lstStyle/>
        <a:p>
          <a:endParaRPr lang="en-US"/>
        </a:p>
      </dgm:t>
    </dgm:pt>
    <dgm:pt modelId="{CB0357B0-3872-477C-9F56-C5629C9B7571}" type="sibTrans" cxnId="{1C682BD9-132E-476E-B105-8DD17E6F9E21}">
      <dgm:prSet/>
      <dgm:spPr/>
      <dgm:t>
        <a:bodyPr/>
        <a:lstStyle/>
        <a:p>
          <a:endParaRPr lang="en-US"/>
        </a:p>
      </dgm:t>
    </dgm:pt>
    <dgm:pt modelId="{009E654B-BCB1-464C-8CB1-E51B9D0BE189}">
      <dgm:prSet/>
      <dgm:spPr/>
      <dgm:t>
        <a:bodyPr/>
        <a:lstStyle/>
        <a:p>
          <a:pPr rtl="0"/>
          <a:endParaRPr lang="en-US" dirty="0"/>
        </a:p>
      </dgm:t>
    </dgm:pt>
    <dgm:pt modelId="{9B1E821B-2653-4079-8A88-A75F90451400}" type="parTrans" cxnId="{CC1BF75F-BA5A-4974-AAE3-6A11B53B5394}">
      <dgm:prSet/>
      <dgm:spPr/>
      <dgm:t>
        <a:bodyPr/>
        <a:lstStyle/>
        <a:p>
          <a:endParaRPr lang="en-US"/>
        </a:p>
      </dgm:t>
    </dgm:pt>
    <dgm:pt modelId="{91BF618E-CA20-4D90-9B8B-E65338712B52}" type="sibTrans" cxnId="{CC1BF75F-BA5A-4974-AAE3-6A11B53B5394}">
      <dgm:prSet/>
      <dgm:spPr/>
      <dgm:t>
        <a:bodyPr/>
        <a:lstStyle/>
        <a:p>
          <a:endParaRPr lang="en-US"/>
        </a:p>
      </dgm:t>
    </dgm:pt>
    <dgm:pt modelId="{9E6DABC8-F471-400F-8993-C9C11C83643D}" type="pres">
      <dgm:prSet presAssocID="{E031558A-785F-465E-AC63-487E6820D74F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90A87B2-0EC9-4C3D-9507-7F96B053A5D2}" type="pres">
      <dgm:prSet presAssocID="{0E3E376E-B018-4A20-9F8B-18C6150FF9FA}" presName="node" presStyleLbl="node1" presStyleIdx="0" presStyleCnt="2" custScaleX="125744" custScaleY="74534" custLinFactY="100000" custLinFactNeighborX="581" custLinFactNeighborY="1656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BC7CB5-1E4C-4757-A0E3-DEF6F4CA49E9}" type="pres">
      <dgm:prSet presAssocID="{CB0357B0-3872-477C-9F56-C5629C9B7571}" presName="sibTrans" presStyleLbl="sibTrans2D1" presStyleIdx="0" presStyleCnt="1" custScaleY="63151"/>
      <dgm:spPr/>
      <dgm:t>
        <a:bodyPr/>
        <a:lstStyle/>
        <a:p>
          <a:endParaRPr lang="en-US"/>
        </a:p>
      </dgm:t>
    </dgm:pt>
    <dgm:pt modelId="{D75BA83E-022D-4000-8EC9-2A54263734D6}" type="pres">
      <dgm:prSet presAssocID="{CB0357B0-3872-477C-9F56-C5629C9B7571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0134DD63-D7AA-4EEF-B895-CA457A461135}" type="pres">
      <dgm:prSet presAssocID="{009E654B-BCB1-464C-8CB1-E51B9D0BE189}" presName="node" presStyleLbl="node1" presStyleIdx="1" presStyleCnt="2" custScaleX="161915" custScaleY="190523" custLinFactY="-45369" custLinFactNeighborX="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830927-6C65-42BE-B5A6-7646C6DF2732}" type="presOf" srcId="{0E3E376E-B018-4A20-9F8B-18C6150FF9FA}" destId="{890A87B2-0EC9-4C3D-9507-7F96B053A5D2}" srcOrd="0" destOrd="0" presId="urn:microsoft.com/office/officeart/2005/8/layout/process2"/>
    <dgm:cxn modelId="{FCC991B1-261F-4405-9D41-69F327548E13}" type="presOf" srcId="{E031558A-785F-465E-AC63-487E6820D74F}" destId="{9E6DABC8-F471-400F-8993-C9C11C83643D}" srcOrd="0" destOrd="0" presId="urn:microsoft.com/office/officeart/2005/8/layout/process2"/>
    <dgm:cxn modelId="{E2462901-8A98-4DD2-A0E5-E8F0BB7C5980}" type="presOf" srcId="{009E654B-BCB1-464C-8CB1-E51B9D0BE189}" destId="{0134DD63-D7AA-4EEF-B895-CA457A461135}" srcOrd="0" destOrd="0" presId="urn:microsoft.com/office/officeart/2005/8/layout/process2"/>
    <dgm:cxn modelId="{B6C28E34-FA09-42DD-9DEF-972708795812}" type="presOf" srcId="{CB0357B0-3872-477C-9F56-C5629C9B7571}" destId="{D75BA83E-022D-4000-8EC9-2A54263734D6}" srcOrd="1" destOrd="0" presId="urn:microsoft.com/office/officeart/2005/8/layout/process2"/>
    <dgm:cxn modelId="{CC1BF75F-BA5A-4974-AAE3-6A11B53B5394}" srcId="{E031558A-785F-465E-AC63-487E6820D74F}" destId="{009E654B-BCB1-464C-8CB1-E51B9D0BE189}" srcOrd="1" destOrd="0" parTransId="{9B1E821B-2653-4079-8A88-A75F90451400}" sibTransId="{91BF618E-CA20-4D90-9B8B-E65338712B52}"/>
    <dgm:cxn modelId="{3F0B26A7-8043-4255-812B-B0A2CE05258F}" type="presOf" srcId="{CB0357B0-3872-477C-9F56-C5629C9B7571}" destId="{3ABC7CB5-1E4C-4757-A0E3-DEF6F4CA49E9}" srcOrd="0" destOrd="0" presId="urn:microsoft.com/office/officeart/2005/8/layout/process2"/>
    <dgm:cxn modelId="{1C682BD9-132E-476E-B105-8DD17E6F9E21}" srcId="{E031558A-785F-465E-AC63-487E6820D74F}" destId="{0E3E376E-B018-4A20-9F8B-18C6150FF9FA}" srcOrd="0" destOrd="0" parTransId="{944C91C9-B99D-4DB2-ABC9-B17E8542FD7C}" sibTransId="{CB0357B0-3872-477C-9F56-C5629C9B7571}"/>
    <dgm:cxn modelId="{1CFC9FE7-FBD3-4543-B6EB-063E4CDD95A4}" type="presParOf" srcId="{9E6DABC8-F471-400F-8993-C9C11C83643D}" destId="{890A87B2-0EC9-4C3D-9507-7F96B053A5D2}" srcOrd="0" destOrd="0" presId="urn:microsoft.com/office/officeart/2005/8/layout/process2"/>
    <dgm:cxn modelId="{1BE3FAAD-DB81-460D-9901-3312CA687796}" type="presParOf" srcId="{9E6DABC8-F471-400F-8993-C9C11C83643D}" destId="{3ABC7CB5-1E4C-4757-A0E3-DEF6F4CA49E9}" srcOrd="1" destOrd="0" presId="urn:microsoft.com/office/officeart/2005/8/layout/process2"/>
    <dgm:cxn modelId="{25878ABC-514F-4075-9A85-4F5ACEDA4F59}" type="presParOf" srcId="{3ABC7CB5-1E4C-4757-A0E3-DEF6F4CA49E9}" destId="{D75BA83E-022D-4000-8EC9-2A54263734D6}" srcOrd="0" destOrd="0" presId="urn:microsoft.com/office/officeart/2005/8/layout/process2"/>
    <dgm:cxn modelId="{CED9D1B3-5D89-421D-901C-A9B6629FE8FF}" type="presParOf" srcId="{9E6DABC8-F471-400F-8993-C9C11C83643D}" destId="{0134DD63-D7AA-4EEF-B895-CA457A461135}" srcOrd="2" destOrd="0" presId="urn:microsoft.com/office/officeart/2005/8/layout/process2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031558A-785F-465E-AC63-487E6820D74F}" type="doc">
      <dgm:prSet loTypeId="urn:microsoft.com/office/officeart/2005/8/layout/process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E3E376E-B018-4A20-9F8B-18C6150FF9FA}">
      <dgm:prSet/>
      <dgm:spPr>
        <a:solidFill>
          <a:srgbClr val="D99694"/>
        </a:solidFill>
        <a:ln>
          <a:solidFill>
            <a:srgbClr val="D99694"/>
          </a:solidFill>
        </a:ln>
      </dgm:spPr>
      <dgm:t>
        <a:bodyPr/>
        <a:lstStyle/>
        <a:p>
          <a:pPr rtl="0"/>
          <a:r>
            <a:rPr lang="en-US" dirty="0" smtClean="0"/>
            <a:t>N</a:t>
          </a:r>
          <a:endParaRPr lang="en-US" dirty="0"/>
        </a:p>
      </dgm:t>
    </dgm:pt>
    <dgm:pt modelId="{944C91C9-B99D-4DB2-ABC9-B17E8542FD7C}" type="parTrans" cxnId="{1C682BD9-132E-476E-B105-8DD17E6F9E21}">
      <dgm:prSet/>
      <dgm:spPr/>
      <dgm:t>
        <a:bodyPr/>
        <a:lstStyle/>
        <a:p>
          <a:endParaRPr lang="en-US"/>
        </a:p>
      </dgm:t>
    </dgm:pt>
    <dgm:pt modelId="{CB0357B0-3872-477C-9F56-C5629C9B7571}" type="sibTrans" cxnId="{1C682BD9-132E-476E-B105-8DD17E6F9E21}">
      <dgm:prSet/>
      <dgm:spPr/>
      <dgm:t>
        <a:bodyPr/>
        <a:lstStyle/>
        <a:p>
          <a:endParaRPr lang="en-US"/>
        </a:p>
      </dgm:t>
    </dgm:pt>
    <dgm:pt modelId="{009E654B-BCB1-464C-8CB1-E51B9D0BE189}">
      <dgm:prSet/>
      <dgm:spPr/>
      <dgm:t>
        <a:bodyPr/>
        <a:lstStyle/>
        <a:p>
          <a:pPr rtl="0"/>
          <a:endParaRPr lang="en-US" dirty="0"/>
        </a:p>
      </dgm:t>
    </dgm:pt>
    <dgm:pt modelId="{9B1E821B-2653-4079-8A88-A75F90451400}" type="parTrans" cxnId="{CC1BF75F-BA5A-4974-AAE3-6A11B53B5394}">
      <dgm:prSet/>
      <dgm:spPr/>
      <dgm:t>
        <a:bodyPr/>
        <a:lstStyle/>
        <a:p>
          <a:endParaRPr lang="en-US"/>
        </a:p>
      </dgm:t>
    </dgm:pt>
    <dgm:pt modelId="{91BF618E-CA20-4D90-9B8B-E65338712B52}" type="sibTrans" cxnId="{CC1BF75F-BA5A-4974-AAE3-6A11B53B5394}">
      <dgm:prSet/>
      <dgm:spPr/>
      <dgm:t>
        <a:bodyPr/>
        <a:lstStyle/>
        <a:p>
          <a:endParaRPr lang="en-US"/>
        </a:p>
      </dgm:t>
    </dgm:pt>
    <dgm:pt modelId="{9E6DABC8-F471-400F-8993-C9C11C83643D}" type="pres">
      <dgm:prSet presAssocID="{E031558A-785F-465E-AC63-487E6820D74F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90A87B2-0EC9-4C3D-9507-7F96B053A5D2}" type="pres">
      <dgm:prSet presAssocID="{0E3E376E-B018-4A20-9F8B-18C6150FF9FA}" presName="node" presStyleLbl="node1" presStyleIdx="0" presStyleCnt="2" custScaleX="110564" custScaleY="74534" custLinFactY="100000" custLinFactNeighborX="25675" custLinFactNeighborY="1656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BC7CB5-1E4C-4757-A0E3-DEF6F4CA49E9}" type="pres">
      <dgm:prSet presAssocID="{CB0357B0-3872-477C-9F56-C5629C9B7571}" presName="sibTrans" presStyleLbl="sibTrans2D1" presStyleIdx="0" presStyleCnt="1" custScaleY="63151"/>
      <dgm:spPr/>
      <dgm:t>
        <a:bodyPr/>
        <a:lstStyle/>
        <a:p>
          <a:endParaRPr lang="en-US"/>
        </a:p>
      </dgm:t>
    </dgm:pt>
    <dgm:pt modelId="{D75BA83E-022D-4000-8EC9-2A54263734D6}" type="pres">
      <dgm:prSet presAssocID="{CB0357B0-3872-477C-9F56-C5629C9B7571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0134DD63-D7AA-4EEF-B895-CA457A461135}" type="pres">
      <dgm:prSet presAssocID="{009E654B-BCB1-464C-8CB1-E51B9D0BE189}" presName="node" presStyleLbl="node1" presStyleIdx="1" presStyleCnt="2" custScaleX="161915" custScaleY="190523" custLinFactY="-45369" custLinFactNeighborX="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4185077-6A5D-407B-BD45-A26A2BEEA2AC}" type="presOf" srcId="{0E3E376E-B018-4A20-9F8B-18C6150FF9FA}" destId="{890A87B2-0EC9-4C3D-9507-7F96B053A5D2}" srcOrd="0" destOrd="0" presId="urn:microsoft.com/office/officeart/2005/8/layout/process2"/>
    <dgm:cxn modelId="{86B4DDDF-A769-4AB2-841A-5646EF48B2C7}" type="presOf" srcId="{CB0357B0-3872-477C-9F56-C5629C9B7571}" destId="{3ABC7CB5-1E4C-4757-A0E3-DEF6F4CA49E9}" srcOrd="0" destOrd="0" presId="urn:microsoft.com/office/officeart/2005/8/layout/process2"/>
    <dgm:cxn modelId="{7D3B3552-A521-4621-9774-9122FE37AA6B}" type="presOf" srcId="{009E654B-BCB1-464C-8CB1-E51B9D0BE189}" destId="{0134DD63-D7AA-4EEF-B895-CA457A461135}" srcOrd="0" destOrd="0" presId="urn:microsoft.com/office/officeart/2005/8/layout/process2"/>
    <dgm:cxn modelId="{CC1BF75F-BA5A-4974-AAE3-6A11B53B5394}" srcId="{E031558A-785F-465E-AC63-487E6820D74F}" destId="{009E654B-BCB1-464C-8CB1-E51B9D0BE189}" srcOrd="1" destOrd="0" parTransId="{9B1E821B-2653-4079-8A88-A75F90451400}" sibTransId="{91BF618E-CA20-4D90-9B8B-E65338712B52}"/>
    <dgm:cxn modelId="{2A3DD032-30AB-48C6-9152-32C3B689F2EC}" type="presOf" srcId="{CB0357B0-3872-477C-9F56-C5629C9B7571}" destId="{D75BA83E-022D-4000-8EC9-2A54263734D6}" srcOrd="1" destOrd="0" presId="urn:microsoft.com/office/officeart/2005/8/layout/process2"/>
    <dgm:cxn modelId="{1C682BD9-132E-476E-B105-8DD17E6F9E21}" srcId="{E031558A-785F-465E-AC63-487E6820D74F}" destId="{0E3E376E-B018-4A20-9F8B-18C6150FF9FA}" srcOrd="0" destOrd="0" parTransId="{944C91C9-B99D-4DB2-ABC9-B17E8542FD7C}" sibTransId="{CB0357B0-3872-477C-9F56-C5629C9B7571}"/>
    <dgm:cxn modelId="{A91E4FF0-3634-4664-87A6-EDBFB7EF357F}" type="presOf" srcId="{E031558A-785F-465E-AC63-487E6820D74F}" destId="{9E6DABC8-F471-400F-8993-C9C11C83643D}" srcOrd="0" destOrd="0" presId="urn:microsoft.com/office/officeart/2005/8/layout/process2"/>
    <dgm:cxn modelId="{7336F3F0-BE79-4520-8E62-5D6CAE0ED8F0}" type="presParOf" srcId="{9E6DABC8-F471-400F-8993-C9C11C83643D}" destId="{890A87B2-0EC9-4C3D-9507-7F96B053A5D2}" srcOrd="0" destOrd="0" presId="urn:microsoft.com/office/officeart/2005/8/layout/process2"/>
    <dgm:cxn modelId="{66F3FEA5-0235-47EC-8DBD-991545412437}" type="presParOf" srcId="{9E6DABC8-F471-400F-8993-C9C11C83643D}" destId="{3ABC7CB5-1E4C-4757-A0E3-DEF6F4CA49E9}" srcOrd="1" destOrd="0" presId="urn:microsoft.com/office/officeart/2005/8/layout/process2"/>
    <dgm:cxn modelId="{6A4568E8-9828-4D66-8563-9008A056EF52}" type="presParOf" srcId="{3ABC7CB5-1E4C-4757-A0E3-DEF6F4CA49E9}" destId="{D75BA83E-022D-4000-8EC9-2A54263734D6}" srcOrd="0" destOrd="0" presId="urn:microsoft.com/office/officeart/2005/8/layout/process2"/>
    <dgm:cxn modelId="{D6DD4BE2-2D4C-4D00-ACD9-6A2FEE6FED3E}" type="presParOf" srcId="{9E6DABC8-F471-400F-8993-C9C11C83643D}" destId="{0134DD63-D7AA-4EEF-B895-CA457A461135}" srcOrd="2" destOrd="0" presId="urn:microsoft.com/office/officeart/2005/8/layout/process2"/>
  </dgm:cxnLst>
  <dgm:bg/>
  <dgm:whole/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1CEBA3D-C051-4213-8C5B-CD08E6E6B554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6ECC91-EE9B-4D6F-85DE-29C32A4733DE}">
      <dgm:prSet/>
      <dgm:spPr/>
      <dgm:t>
        <a:bodyPr/>
        <a:lstStyle/>
        <a:p>
          <a:pPr rtl="0"/>
          <a:r>
            <a:rPr lang="en-US" dirty="0" smtClean="0"/>
            <a:t>1. Random protein pair not  present in  PPI</a:t>
          </a:r>
          <a:endParaRPr lang="en-US" dirty="0"/>
        </a:p>
      </dgm:t>
    </dgm:pt>
    <dgm:pt modelId="{00677CFE-F89E-4CED-9E40-E48822FB1A83}" type="parTrans" cxnId="{36D5DEF8-37D8-40EB-86A7-12F08717EA0E}">
      <dgm:prSet/>
      <dgm:spPr/>
      <dgm:t>
        <a:bodyPr/>
        <a:lstStyle/>
        <a:p>
          <a:endParaRPr lang="en-US"/>
        </a:p>
      </dgm:t>
    </dgm:pt>
    <dgm:pt modelId="{D31283DD-0CD5-403D-B076-440065CF33FC}" type="sibTrans" cxnId="{36D5DEF8-37D8-40EB-86A7-12F08717EA0E}">
      <dgm:prSet/>
      <dgm:spPr/>
      <dgm:t>
        <a:bodyPr/>
        <a:lstStyle/>
        <a:p>
          <a:endParaRPr lang="en-US"/>
        </a:p>
      </dgm:t>
    </dgm:pt>
    <dgm:pt modelId="{B158F187-A293-4EC2-904C-B4512652072E}">
      <dgm:prSet/>
      <dgm:spPr/>
      <dgm:t>
        <a:bodyPr/>
        <a:lstStyle/>
        <a:p>
          <a:pPr rtl="0"/>
          <a:r>
            <a:rPr lang="en-US" dirty="0" smtClean="0"/>
            <a:t>2. Protein pair with different </a:t>
          </a:r>
          <a:r>
            <a:rPr lang="en-US" dirty="0" err="1" smtClean="0"/>
            <a:t>subcellular</a:t>
          </a:r>
          <a:r>
            <a:rPr lang="en-US" dirty="0" smtClean="0"/>
            <a:t> locations</a:t>
          </a:r>
          <a:endParaRPr lang="en-US" dirty="0"/>
        </a:p>
      </dgm:t>
    </dgm:pt>
    <dgm:pt modelId="{0A30AF22-B856-470E-968A-B7DE93ED4C7A}" type="parTrans" cxnId="{1730691F-3231-4160-A4AC-555EC7E554E9}">
      <dgm:prSet/>
      <dgm:spPr/>
      <dgm:t>
        <a:bodyPr/>
        <a:lstStyle/>
        <a:p>
          <a:endParaRPr lang="en-US"/>
        </a:p>
      </dgm:t>
    </dgm:pt>
    <dgm:pt modelId="{9E8DDB70-C886-4F3B-A315-3A6BE0F80DD5}" type="sibTrans" cxnId="{1730691F-3231-4160-A4AC-555EC7E554E9}">
      <dgm:prSet/>
      <dgm:spPr/>
      <dgm:t>
        <a:bodyPr/>
        <a:lstStyle/>
        <a:p>
          <a:endParaRPr lang="en-US"/>
        </a:p>
      </dgm:t>
    </dgm:pt>
    <dgm:pt modelId="{73A6F4AC-8D60-490E-98AF-4CA70475273A}">
      <dgm:prSet/>
      <dgm:spPr/>
      <dgm:t>
        <a:bodyPr/>
        <a:lstStyle/>
        <a:p>
          <a:pPr rtl="0"/>
          <a:r>
            <a:rPr lang="en-US" dirty="0" smtClean="0"/>
            <a:t>3. </a:t>
          </a:r>
          <a:r>
            <a:rPr lang="en-US" dirty="0" err="1" smtClean="0"/>
            <a:t>Atleast</a:t>
          </a:r>
          <a:r>
            <a:rPr lang="en-US" dirty="0" smtClean="0"/>
            <a:t> 3-hop path between protein pair in PPI graph</a:t>
          </a:r>
          <a:endParaRPr lang="en-US" dirty="0"/>
        </a:p>
      </dgm:t>
    </dgm:pt>
    <dgm:pt modelId="{EBBD62C0-D641-4248-A410-34465F36B59D}" type="parTrans" cxnId="{3EB3EBC0-2EBE-423C-BD42-792649E233E9}">
      <dgm:prSet/>
      <dgm:spPr/>
      <dgm:t>
        <a:bodyPr/>
        <a:lstStyle/>
        <a:p>
          <a:endParaRPr lang="en-US"/>
        </a:p>
      </dgm:t>
    </dgm:pt>
    <dgm:pt modelId="{1E7BE738-0574-42E3-BB50-BACBF31846EE}" type="sibTrans" cxnId="{3EB3EBC0-2EBE-423C-BD42-792649E233E9}">
      <dgm:prSet/>
      <dgm:spPr/>
      <dgm:t>
        <a:bodyPr/>
        <a:lstStyle/>
        <a:p>
          <a:endParaRPr lang="en-US"/>
        </a:p>
      </dgm:t>
    </dgm:pt>
    <dgm:pt modelId="{46A44E27-858C-44F8-9B96-661F64F2934A}">
      <dgm:prSet custT="1"/>
      <dgm:spPr>
        <a:solidFill>
          <a:srgbClr val="CA6A68"/>
        </a:solidFill>
      </dgm:spPr>
      <dgm:t>
        <a:bodyPr/>
        <a:lstStyle/>
        <a:p>
          <a:pPr rtl="0"/>
          <a:r>
            <a:rPr lang="en-US" sz="2000" dirty="0" smtClean="0"/>
            <a:t>Non-interaction Data</a:t>
          </a:r>
          <a:endParaRPr lang="en-US" sz="2000" dirty="0"/>
        </a:p>
      </dgm:t>
    </dgm:pt>
    <dgm:pt modelId="{B41518A8-A2B2-4709-8391-C00674CABCD4}" type="sibTrans" cxnId="{2E41185E-DDC3-448E-81DB-B151C1AEF356}">
      <dgm:prSet/>
      <dgm:spPr/>
      <dgm:t>
        <a:bodyPr/>
        <a:lstStyle/>
        <a:p>
          <a:endParaRPr lang="en-US"/>
        </a:p>
      </dgm:t>
    </dgm:pt>
    <dgm:pt modelId="{B8AA2041-5538-4237-91EC-553742916C78}" type="parTrans" cxnId="{2E41185E-DDC3-448E-81DB-B151C1AEF356}">
      <dgm:prSet/>
      <dgm:spPr/>
      <dgm:t>
        <a:bodyPr/>
        <a:lstStyle/>
        <a:p>
          <a:endParaRPr lang="en-US"/>
        </a:p>
      </dgm:t>
    </dgm:pt>
    <dgm:pt modelId="{95C826F9-6046-4DAA-AF31-1FC30FEE9834}" type="pres">
      <dgm:prSet presAssocID="{A1CEBA3D-C051-4213-8C5B-CD08E6E6B5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E2A5AE-EEC0-429B-9B4F-22A5FCDE18B4}" type="pres">
      <dgm:prSet presAssocID="{46A44E27-858C-44F8-9B96-661F64F2934A}" presName="root1" presStyleCnt="0"/>
      <dgm:spPr/>
    </dgm:pt>
    <dgm:pt modelId="{F40363EF-3CF8-4739-9480-153D2693502A}" type="pres">
      <dgm:prSet presAssocID="{46A44E27-858C-44F8-9B96-661F64F2934A}" presName="LevelOneTextNode" presStyleLbl="node0" presStyleIdx="0" presStyleCnt="1" custScaleX="131900" custScaleY="80923" custLinFactNeighborX="-28909" custLinFactNeighborY="20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D2C07C-0DA8-41D2-8BDC-D6467CDBF2CD}" type="pres">
      <dgm:prSet presAssocID="{46A44E27-858C-44F8-9B96-661F64F2934A}" presName="level2hierChild" presStyleCnt="0"/>
      <dgm:spPr/>
    </dgm:pt>
    <dgm:pt modelId="{A4BFD122-0563-4FF3-B7CA-3143FED632A2}" type="pres">
      <dgm:prSet presAssocID="{00677CFE-F89E-4CED-9E40-E48822FB1A8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DBF93844-1343-46A9-B1A1-88E784789592}" type="pres">
      <dgm:prSet presAssocID="{00677CFE-F89E-4CED-9E40-E48822FB1A8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024D3CD-EA6F-46EA-BB2C-B27D100B181B}" type="pres">
      <dgm:prSet presAssocID="{6D6ECC91-EE9B-4D6F-85DE-29C32A4733DE}" presName="root2" presStyleCnt="0"/>
      <dgm:spPr/>
    </dgm:pt>
    <dgm:pt modelId="{4A9E4963-9860-4A9C-AF36-71BD56E9E36B}" type="pres">
      <dgm:prSet presAssocID="{6D6ECC91-EE9B-4D6F-85DE-29C32A4733DE}" presName="LevelTwoTextNode" presStyleLbl="node2" presStyleIdx="0" presStyleCnt="3" custScaleX="1245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CC885E-4BEA-4310-9F43-CA569FE876A9}" type="pres">
      <dgm:prSet presAssocID="{6D6ECC91-EE9B-4D6F-85DE-29C32A4733DE}" presName="level3hierChild" presStyleCnt="0"/>
      <dgm:spPr/>
    </dgm:pt>
    <dgm:pt modelId="{419BE4BC-88AD-43F6-83B0-F0377AB0C97D}" type="pres">
      <dgm:prSet presAssocID="{0A30AF22-B856-470E-968A-B7DE93ED4C7A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703BA8C6-C813-4F57-893B-5BC338CC4B22}" type="pres">
      <dgm:prSet presAssocID="{0A30AF22-B856-470E-968A-B7DE93ED4C7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6773A670-C8BC-406B-9EAE-BA790B1C95A8}" type="pres">
      <dgm:prSet presAssocID="{B158F187-A293-4EC2-904C-B4512652072E}" presName="root2" presStyleCnt="0"/>
      <dgm:spPr/>
    </dgm:pt>
    <dgm:pt modelId="{3F820824-03EC-4948-8B66-6323B9672D98}" type="pres">
      <dgm:prSet presAssocID="{B158F187-A293-4EC2-904C-B4512652072E}" presName="LevelTwoTextNode" presStyleLbl="node2" presStyleIdx="1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DD22F4-4FAF-4B7A-9378-2ABC0729C665}" type="pres">
      <dgm:prSet presAssocID="{B158F187-A293-4EC2-904C-B4512652072E}" presName="level3hierChild" presStyleCnt="0"/>
      <dgm:spPr/>
    </dgm:pt>
    <dgm:pt modelId="{4AD2B51B-3D1B-4860-BB59-09E36996C986}" type="pres">
      <dgm:prSet presAssocID="{EBBD62C0-D641-4248-A410-34465F36B59D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78447645-E212-4040-87B4-477E80374EF1}" type="pres">
      <dgm:prSet presAssocID="{EBBD62C0-D641-4248-A410-34465F36B59D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C3FA7C7-82CB-42FE-96DE-0F494EBCA1D1}" type="pres">
      <dgm:prSet presAssocID="{73A6F4AC-8D60-490E-98AF-4CA70475273A}" presName="root2" presStyleCnt="0"/>
      <dgm:spPr/>
    </dgm:pt>
    <dgm:pt modelId="{BF80DEA2-1D1F-4631-A527-A483F9A58F56}" type="pres">
      <dgm:prSet presAssocID="{73A6F4AC-8D60-490E-98AF-4CA70475273A}" presName="LevelTwoTextNode" presStyleLbl="node2" presStyleIdx="2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90DDD-F7AF-4E99-BE15-AB2D3FA96ABC}" type="pres">
      <dgm:prSet presAssocID="{73A6F4AC-8D60-490E-98AF-4CA70475273A}" presName="level3hierChild" presStyleCnt="0"/>
      <dgm:spPr/>
    </dgm:pt>
  </dgm:ptLst>
  <dgm:cxnLst>
    <dgm:cxn modelId="{FB3AE8FB-01F7-4B0D-B2BD-B34CF3AAE1BD}" type="presOf" srcId="{EBBD62C0-D641-4248-A410-34465F36B59D}" destId="{78447645-E212-4040-87B4-477E80374EF1}" srcOrd="1" destOrd="0" presId="urn:microsoft.com/office/officeart/2005/8/layout/hierarchy2"/>
    <dgm:cxn modelId="{0C8C486A-2F9B-4609-8CB4-550AD8C1CAB6}" type="presOf" srcId="{EBBD62C0-D641-4248-A410-34465F36B59D}" destId="{4AD2B51B-3D1B-4860-BB59-09E36996C986}" srcOrd="0" destOrd="0" presId="urn:microsoft.com/office/officeart/2005/8/layout/hierarchy2"/>
    <dgm:cxn modelId="{2F6728CD-0DBF-4D2E-82AD-4D2B1A72FD53}" type="presOf" srcId="{B158F187-A293-4EC2-904C-B4512652072E}" destId="{3F820824-03EC-4948-8B66-6323B9672D98}" srcOrd="0" destOrd="0" presId="urn:microsoft.com/office/officeart/2005/8/layout/hierarchy2"/>
    <dgm:cxn modelId="{76AD997D-3DE0-4768-877B-6BE8603F16BE}" type="presOf" srcId="{46A44E27-858C-44F8-9B96-661F64F2934A}" destId="{F40363EF-3CF8-4739-9480-153D2693502A}" srcOrd="0" destOrd="0" presId="urn:microsoft.com/office/officeart/2005/8/layout/hierarchy2"/>
    <dgm:cxn modelId="{1730691F-3231-4160-A4AC-555EC7E554E9}" srcId="{46A44E27-858C-44F8-9B96-661F64F2934A}" destId="{B158F187-A293-4EC2-904C-B4512652072E}" srcOrd="1" destOrd="0" parTransId="{0A30AF22-B856-470E-968A-B7DE93ED4C7A}" sibTransId="{9E8DDB70-C886-4F3B-A315-3A6BE0F80DD5}"/>
    <dgm:cxn modelId="{DA78C2B9-007B-465E-9AB6-31C906052F18}" type="presOf" srcId="{73A6F4AC-8D60-490E-98AF-4CA70475273A}" destId="{BF80DEA2-1D1F-4631-A527-A483F9A58F56}" srcOrd="0" destOrd="0" presId="urn:microsoft.com/office/officeart/2005/8/layout/hierarchy2"/>
    <dgm:cxn modelId="{706AF8A0-A4D7-4755-A4C1-820D6DF36D7F}" type="presOf" srcId="{00677CFE-F89E-4CED-9E40-E48822FB1A83}" destId="{DBF93844-1343-46A9-B1A1-88E784789592}" srcOrd="1" destOrd="0" presId="urn:microsoft.com/office/officeart/2005/8/layout/hierarchy2"/>
    <dgm:cxn modelId="{2E41185E-DDC3-448E-81DB-B151C1AEF356}" srcId="{A1CEBA3D-C051-4213-8C5B-CD08E6E6B554}" destId="{46A44E27-858C-44F8-9B96-661F64F2934A}" srcOrd="0" destOrd="0" parTransId="{B8AA2041-5538-4237-91EC-553742916C78}" sibTransId="{B41518A8-A2B2-4709-8391-C00674CABCD4}"/>
    <dgm:cxn modelId="{36D5DEF8-37D8-40EB-86A7-12F08717EA0E}" srcId="{46A44E27-858C-44F8-9B96-661F64F2934A}" destId="{6D6ECC91-EE9B-4D6F-85DE-29C32A4733DE}" srcOrd="0" destOrd="0" parTransId="{00677CFE-F89E-4CED-9E40-E48822FB1A83}" sibTransId="{D31283DD-0CD5-403D-B076-440065CF33FC}"/>
    <dgm:cxn modelId="{3EB3EBC0-2EBE-423C-BD42-792649E233E9}" srcId="{46A44E27-858C-44F8-9B96-661F64F2934A}" destId="{73A6F4AC-8D60-490E-98AF-4CA70475273A}" srcOrd="2" destOrd="0" parTransId="{EBBD62C0-D641-4248-A410-34465F36B59D}" sibTransId="{1E7BE738-0574-42E3-BB50-BACBF31846EE}"/>
    <dgm:cxn modelId="{4E3B4C50-B371-429E-87E2-1067FF499786}" type="presOf" srcId="{00677CFE-F89E-4CED-9E40-E48822FB1A83}" destId="{A4BFD122-0563-4FF3-B7CA-3143FED632A2}" srcOrd="0" destOrd="0" presId="urn:microsoft.com/office/officeart/2005/8/layout/hierarchy2"/>
    <dgm:cxn modelId="{FCAB68FA-3F02-48B3-8F74-B027891BC415}" type="presOf" srcId="{A1CEBA3D-C051-4213-8C5B-CD08E6E6B554}" destId="{95C826F9-6046-4DAA-AF31-1FC30FEE9834}" srcOrd="0" destOrd="0" presId="urn:microsoft.com/office/officeart/2005/8/layout/hierarchy2"/>
    <dgm:cxn modelId="{1D90048A-FE23-4F22-BDAD-39049989FC7C}" type="presOf" srcId="{0A30AF22-B856-470E-968A-B7DE93ED4C7A}" destId="{419BE4BC-88AD-43F6-83B0-F0377AB0C97D}" srcOrd="0" destOrd="0" presId="urn:microsoft.com/office/officeart/2005/8/layout/hierarchy2"/>
    <dgm:cxn modelId="{3D747194-ACCA-4EAC-8C0B-4C51CD384A11}" type="presOf" srcId="{6D6ECC91-EE9B-4D6F-85DE-29C32A4733DE}" destId="{4A9E4963-9860-4A9C-AF36-71BD56E9E36B}" srcOrd="0" destOrd="0" presId="urn:microsoft.com/office/officeart/2005/8/layout/hierarchy2"/>
    <dgm:cxn modelId="{FFEEFB71-23AB-483F-AB2D-51ADB19725B6}" type="presOf" srcId="{0A30AF22-B856-470E-968A-B7DE93ED4C7A}" destId="{703BA8C6-C813-4F57-893B-5BC338CC4B22}" srcOrd="1" destOrd="0" presId="urn:microsoft.com/office/officeart/2005/8/layout/hierarchy2"/>
    <dgm:cxn modelId="{054141AF-E9E6-4636-9667-8B52F60A62DB}" type="presParOf" srcId="{95C826F9-6046-4DAA-AF31-1FC30FEE9834}" destId="{8AE2A5AE-EEC0-429B-9B4F-22A5FCDE18B4}" srcOrd="0" destOrd="0" presId="urn:microsoft.com/office/officeart/2005/8/layout/hierarchy2"/>
    <dgm:cxn modelId="{6710CB1B-1D09-483E-8F8D-8AC5A5D88682}" type="presParOf" srcId="{8AE2A5AE-EEC0-429B-9B4F-22A5FCDE18B4}" destId="{F40363EF-3CF8-4739-9480-153D2693502A}" srcOrd="0" destOrd="0" presId="urn:microsoft.com/office/officeart/2005/8/layout/hierarchy2"/>
    <dgm:cxn modelId="{CA8EA14A-537E-4A70-8E25-C36988232BE6}" type="presParOf" srcId="{8AE2A5AE-EEC0-429B-9B4F-22A5FCDE18B4}" destId="{8AD2C07C-0DA8-41D2-8BDC-D6467CDBF2CD}" srcOrd="1" destOrd="0" presId="urn:microsoft.com/office/officeart/2005/8/layout/hierarchy2"/>
    <dgm:cxn modelId="{0998DBB4-6028-41E1-9FAF-031E2BCD8C6D}" type="presParOf" srcId="{8AD2C07C-0DA8-41D2-8BDC-D6467CDBF2CD}" destId="{A4BFD122-0563-4FF3-B7CA-3143FED632A2}" srcOrd="0" destOrd="0" presId="urn:microsoft.com/office/officeart/2005/8/layout/hierarchy2"/>
    <dgm:cxn modelId="{12CDBC55-B2A1-4C3E-B1DF-00924D2F09C3}" type="presParOf" srcId="{A4BFD122-0563-4FF3-B7CA-3143FED632A2}" destId="{DBF93844-1343-46A9-B1A1-88E784789592}" srcOrd="0" destOrd="0" presId="urn:microsoft.com/office/officeart/2005/8/layout/hierarchy2"/>
    <dgm:cxn modelId="{461635F0-E0B9-474B-9A6E-E77E42D43E44}" type="presParOf" srcId="{8AD2C07C-0DA8-41D2-8BDC-D6467CDBF2CD}" destId="{7024D3CD-EA6F-46EA-BB2C-B27D100B181B}" srcOrd="1" destOrd="0" presId="urn:microsoft.com/office/officeart/2005/8/layout/hierarchy2"/>
    <dgm:cxn modelId="{D496BCD1-5063-4442-8511-95C1A97875E1}" type="presParOf" srcId="{7024D3CD-EA6F-46EA-BB2C-B27D100B181B}" destId="{4A9E4963-9860-4A9C-AF36-71BD56E9E36B}" srcOrd="0" destOrd="0" presId="urn:microsoft.com/office/officeart/2005/8/layout/hierarchy2"/>
    <dgm:cxn modelId="{8EC50FB6-DC2D-453C-B05B-A433925078B8}" type="presParOf" srcId="{7024D3CD-EA6F-46EA-BB2C-B27D100B181B}" destId="{9ECC885E-4BEA-4310-9F43-CA569FE876A9}" srcOrd="1" destOrd="0" presId="urn:microsoft.com/office/officeart/2005/8/layout/hierarchy2"/>
    <dgm:cxn modelId="{51AFFBB1-B41E-45AA-9ED4-84A386AE01A9}" type="presParOf" srcId="{8AD2C07C-0DA8-41D2-8BDC-D6467CDBF2CD}" destId="{419BE4BC-88AD-43F6-83B0-F0377AB0C97D}" srcOrd="2" destOrd="0" presId="urn:microsoft.com/office/officeart/2005/8/layout/hierarchy2"/>
    <dgm:cxn modelId="{6A355319-78C3-44E8-B002-D881C88C1814}" type="presParOf" srcId="{419BE4BC-88AD-43F6-83B0-F0377AB0C97D}" destId="{703BA8C6-C813-4F57-893B-5BC338CC4B22}" srcOrd="0" destOrd="0" presId="urn:microsoft.com/office/officeart/2005/8/layout/hierarchy2"/>
    <dgm:cxn modelId="{B52A991A-42CB-471F-86BF-BAC7A692A032}" type="presParOf" srcId="{8AD2C07C-0DA8-41D2-8BDC-D6467CDBF2CD}" destId="{6773A670-C8BC-406B-9EAE-BA790B1C95A8}" srcOrd="3" destOrd="0" presId="urn:microsoft.com/office/officeart/2005/8/layout/hierarchy2"/>
    <dgm:cxn modelId="{C1C55364-26C8-4EB5-8435-36B397B98415}" type="presParOf" srcId="{6773A670-C8BC-406B-9EAE-BA790B1C95A8}" destId="{3F820824-03EC-4948-8B66-6323B9672D98}" srcOrd="0" destOrd="0" presId="urn:microsoft.com/office/officeart/2005/8/layout/hierarchy2"/>
    <dgm:cxn modelId="{912C9B58-A724-4B75-ABCF-BD0C7B187F8C}" type="presParOf" srcId="{6773A670-C8BC-406B-9EAE-BA790B1C95A8}" destId="{46DD22F4-4FAF-4B7A-9378-2ABC0729C665}" srcOrd="1" destOrd="0" presId="urn:microsoft.com/office/officeart/2005/8/layout/hierarchy2"/>
    <dgm:cxn modelId="{29AD66D5-D695-4910-A8E3-5B58D1132FEC}" type="presParOf" srcId="{8AD2C07C-0DA8-41D2-8BDC-D6467CDBF2CD}" destId="{4AD2B51B-3D1B-4860-BB59-09E36996C986}" srcOrd="4" destOrd="0" presId="urn:microsoft.com/office/officeart/2005/8/layout/hierarchy2"/>
    <dgm:cxn modelId="{4322DE3A-2B12-4F15-98AA-8D7EBCC8D972}" type="presParOf" srcId="{4AD2B51B-3D1B-4860-BB59-09E36996C986}" destId="{78447645-E212-4040-87B4-477E80374EF1}" srcOrd="0" destOrd="0" presId="urn:microsoft.com/office/officeart/2005/8/layout/hierarchy2"/>
    <dgm:cxn modelId="{797EBF2D-3B43-4E12-9A05-668B19EF702C}" type="presParOf" srcId="{8AD2C07C-0DA8-41D2-8BDC-D6467CDBF2CD}" destId="{4C3FA7C7-82CB-42FE-96DE-0F494EBCA1D1}" srcOrd="5" destOrd="0" presId="urn:microsoft.com/office/officeart/2005/8/layout/hierarchy2"/>
    <dgm:cxn modelId="{E3F863B0-42EB-43FC-ACC6-C15ED326BCF5}" type="presParOf" srcId="{4C3FA7C7-82CB-42FE-96DE-0F494EBCA1D1}" destId="{BF80DEA2-1D1F-4631-A527-A483F9A58F56}" srcOrd="0" destOrd="0" presId="urn:microsoft.com/office/officeart/2005/8/layout/hierarchy2"/>
    <dgm:cxn modelId="{8982D7F1-63ED-46D8-B7CE-7E91FC260A54}" type="presParOf" srcId="{4C3FA7C7-82CB-42FE-96DE-0F494EBCA1D1}" destId="{90B90DDD-F7AF-4E99-BE15-AB2D3FA96ABC}" srcOrd="1" destOrd="0" presId="urn:microsoft.com/office/officeart/2005/8/layout/hierarchy2"/>
  </dgm:cxnLst>
  <dgm:bg/>
  <dgm:whole/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031558A-785F-465E-AC63-487E6820D74F}" type="doc">
      <dgm:prSet loTypeId="urn:microsoft.com/office/officeart/2005/8/layout/process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E3E376E-B018-4A20-9F8B-18C6150FF9FA}">
      <dgm:prSet/>
      <dgm:spPr>
        <a:solidFill>
          <a:srgbClr val="D99694"/>
        </a:solidFill>
        <a:ln>
          <a:solidFill>
            <a:srgbClr val="D99694"/>
          </a:solidFill>
        </a:ln>
      </dgm:spPr>
      <dgm:t>
        <a:bodyPr/>
        <a:lstStyle/>
        <a:p>
          <a:pPr rtl="0"/>
          <a:r>
            <a:rPr lang="en-US" dirty="0" smtClean="0"/>
            <a:t>N</a:t>
          </a:r>
          <a:endParaRPr lang="en-US" dirty="0"/>
        </a:p>
      </dgm:t>
    </dgm:pt>
    <dgm:pt modelId="{944C91C9-B99D-4DB2-ABC9-B17E8542FD7C}" type="parTrans" cxnId="{1C682BD9-132E-476E-B105-8DD17E6F9E21}">
      <dgm:prSet/>
      <dgm:spPr/>
      <dgm:t>
        <a:bodyPr/>
        <a:lstStyle/>
        <a:p>
          <a:endParaRPr lang="en-US"/>
        </a:p>
      </dgm:t>
    </dgm:pt>
    <dgm:pt modelId="{CB0357B0-3872-477C-9F56-C5629C9B7571}" type="sibTrans" cxnId="{1C682BD9-132E-476E-B105-8DD17E6F9E21}">
      <dgm:prSet/>
      <dgm:spPr/>
      <dgm:t>
        <a:bodyPr/>
        <a:lstStyle/>
        <a:p>
          <a:endParaRPr lang="en-US"/>
        </a:p>
      </dgm:t>
    </dgm:pt>
    <dgm:pt modelId="{009E654B-BCB1-464C-8CB1-E51B9D0BE189}">
      <dgm:prSet/>
      <dgm:spPr/>
      <dgm:t>
        <a:bodyPr/>
        <a:lstStyle/>
        <a:p>
          <a:pPr rtl="0"/>
          <a:endParaRPr lang="en-US" dirty="0"/>
        </a:p>
      </dgm:t>
    </dgm:pt>
    <dgm:pt modelId="{9B1E821B-2653-4079-8A88-A75F90451400}" type="parTrans" cxnId="{CC1BF75F-BA5A-4974-AAE3-6A11B53B5394}">
      <dgm:prSet/>
      <dgm:spPr/>
      <dgm:t>
        <a:bodyPr/>
        <a:lstStyle/>
        <a:p>
          <a:endParaRPr lang="en-US"/>
        </a:p>
      </dgm:t>
    </dgm:pt>
    <dgm:pt modelId="{91BF618E-CA20-4D90-9B8B-E65338712B52}" type="sibTrans" cxnId="{CC1BF75F-BA5A-4974-AAE3-6A11B53B5394}">
      <dgm:prSet/>
      <dgm:spPr/>
      <dgm:t>
        <a:bodyPr/>
        <a:lstStyle/>
        <a:p>
          <a:endParaRPr lang="en-US"/>
        </a:p>
      </dgm:t>
    </dgm:pt>
    <dgm:pt modelId="{9E6DABC8-F471-400F-8993-C9C11C83643D}" type="pres">
      <dgm:prSet presAssocID="{E031558A-785F-465E-AC63-487E6820D74F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90A87B2-0EC9-4C3D-9507-7F96B053A5D2}" type="pres">
      <dgm:prSet presAssocID="{0E3E376E-B018-4A20-9F8B-18C6150FF9FA}" presName="node" presStyleLbl="node1" presStyleIdx="0" presStyleCnt="2" custScaleX="125744" custScaleY="74534" custLinFactY="100000" custLinFactNeighborX="581" custLinFactNeighborY="1656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BC7CB5-1E4C-4757-A0E3-DEF6F4CA49E9}" type="pres">
      <dgm:prSet presAssocID="{CB0357B0-3872-477C-9F56-C5629C9B7571}" presName="sibTrans" presStyleLbl="sibTrans2D1" presStyleIdx="0" presStyleCnt="1" custScaleY="63151"/>
      <dgm:spPr/>
      <dgm:t>
        <a:bodyPr/>
        <a:lstStyle/>
        <a:p>
          <a:endParaRPr lang="en-US"/>
        </a:p>
      </dgm:t>
    </dgm:pt>
    <dgm:pt modelId="{D75BA83E-022D-4000-8EC9-2A54263734D6}" type="pres">
      <dgm:prSet presAssocID="{CB0357B0-3872-477C-9F56-C5629C9B7571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0134DD63-D7AA-4EEF-B895-CA457A461135}" type="pres">
      <dgm:prSet presAssocID="{009E654B-BCB1-464C-8CB1-E51B9D0BE189}" presName="node" presStyleLbl="node1" presStyleIdx="1" presStyleCnt="2" custScaleX="161915" custScaleY="190523" custLinFactY="-45369" custLinFactNeighborX="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8BCD5C-E8D0-4DEF-8DAD-79581A5BC61A}" type="presOf" srcId="{CB0357B0-3872-477C-9F56-C5629C9B7571}" destId="{D75BA83E-022D-4000-8EC9-2A54263734D6}" srcOrd="1" destOrd="0" presId="urn:microsoft.com/office/officeart/2005/8/layout/process2"/>
    <dgm:cxn modelId="{59EBC86C-7CD1-42BA-A02A-1116ADE848BB}" type="presOf" srcId="{CB0357B0-3872-477C-9F56-C5629C9B7571}" destId="{3ABC7CB5-1E4C-4757-A0E3-DEF6F4CA49E9}" srcOrd="0" destOrd="0" presId="urn:microsoft.com/office/officeart/2005/8/layout/process2"/>
    <dgm:cxn modelId="{CC1BF75F-BA5A-4974-AAE3-6A11B53B5394}" srcId="{E031558A-785F-465E-AC63-487E6820D74F}" destId="{009E654B-BCB1-464C-8CB1-E51B9D0BE189}" srcOrd="1" destOrd="0" parTransId="{9B1E821B-2653-4079-8A88-A75F90451400}" sibTransId="{91BF618E-CA20-4D90-9B8B-E65338712B52}"/>
    <dgm:cxn modelId="{4349E36B-2B90-4902-9E33-A9F3AB13BB17}" type="presOf" srcId="{0E3E376E-B018-4A20-9F8B-18C6150FF9FA}" destId="{890A87B2-0EC9-4C3D-9507-7F96B053A5D2}" srcOrd="0" destOrd="0" presId="urn:microsoft.com/office/officeart/2005/8/layout/process2"/>
    <dgm:cxn modelId="{82A1E644-07F8-4142-BA8C-D664FC70704B}" type="presOf" srcId="{009E654B-BCB1-464C-8CB1-E51B9D0BE189}" destId="{0134DD63-D7AA-4EEF-B895-CA457A461135}" srcOrd="0" destOrd="0" presId="urn:microsoft.com/office/officeart/2005/8/layout/process2"/>
    <dgm:cxn modelId="{1C682BD9-132E-476E-B105-8DD17E6F9E21}" srcId="{E031558A-785F-465E-AC63-487E6820D74F}" destId="{0E3E376E-B018-4A20-9F8B-18C6150FF9FA}" srcOrd="0" destOrd="0" parTransId="{944C91C9-B99D-4DB2-ABC9-B17E8542FD7C}" sibTransId="{CB0357B0-3872-477C-9F56-C5629C9B7571}"/>
    <dgm:cxn modelId="{CB22E759-9118-4E73-9F46-F6C1513545FA}" type="presOf" srcId="{E031558A-785F-465E-AC63-487E6820D74F}" destId="{9E6DABC8-F471-400F-8993-C9C11C83643D}" srcOrd="0" destOrd="0" presId="urn:microsoft.com/office/officeart/2005/8/layout/process2"/>
    <dgm:cxn modelId="{4452B651-725C-4A63-9045-0C097D343C0D}" type="presParOf" srcId="{9E6DABC8-F471-400F-8993-C9C11C83643D}" destId="{890A87B2-0EC9-4C3D-9507-7F96B053A5D2}" srcOrd="0" destOrd="0" presId="urn:microsoft.com/office/officeart/2005/8/layout/process2"/>
    <dgm:cxn modelId="{ADA9A35F-9221-40CB-8383-7D74231C95A8}" type="presParOf" srcId="{9E6DABC8-F471-400F-8993-C9C11C83643D}" destId="{3ABC7CB5-1E4C-4757-A0E3-DEF6F4CA49E9}" srcOrd="1" destOrd="0" presId="urn:microsoft.com/office/officeart/2005/8/layout/process2"/>
    <dgm:cxn modelId="{7DD89129-71A6-4D98-B1F7-0DD5508816C4}" type="presParOf" srcId="{3ABC7CB5-1E4C-4757-A0E3-DEF6F4CA49E9}" destId="{D75BA83E-022D-4000-8EC9-2A54263734D6}" srcOrd="0" destOrd="0" presId="urn:microsoft.com/office/officeart/2005/8/layout/process2"/>
    <dgm:cxn modelId="{5EFC1B1B-1E49-4B96-AD87-54E19D61FFD3}" type="presParOf" srcId="{9E6DABC8-F471-400F-8993-C9C11C83643D}" destId="{0134DD63-D7AA-4EEF-B895-CA457A461135}" srcOrd="2" destOrd="0" presId="urn:microsoft.com/office/officeart/2005/8/layout/process2"/>
  </dgm:cxnLst>
  <dgm:bg/>
  <dgm:whole/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1CEBA3D-C051-4213-8C5B-CD08E6E6B554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6ECC91-EE9B-4D6F-85DE-29C32A4733DE}">
      <dgm:prSet/>
      <dgm:spPr/>
      <dgm:t>
        <a:bodyPr/>
        <a:lstStyle/>
        <a:p>
          <a:pPr rtl="0"/>
          <a:r>
            <a:rPr lang="en-US" dirty="0" smtClean="0"/>
            <a:t>1. Random protein pair not  present in  PPI</a:t>
          </a:r>
          <a:endParaRPr lang="en-US" dirty="0"/>
        </a:p>
      </dgm:t>
    </dgm:pt>
    <dgm:pt modelId="{00677CFE-F89E-4CED-9E40-E48822FB1A83}" type="parTrans" cxnId="{36D5DEF8-37D8-40EB-86A7-12F08717EA0E}">
      <dgm:prSet/>
      <dgm:spPr/>
      <dgm:t>
        <a:bodyPr/>
        <a:lstStyle/>
        <a:p>
          <a:endParaRPr lang="en-US"/>
        </a:p>
      </dgm:t>
    </dgm:pt>
    <dgm:pt modelId="{D31283DD-0CD5-403D-B076-440065CF33FC}" type="sibTrans" cxnId="{36D5DEF8-37D8-40EB-86A7-12F08717EA0E}">
      <dgm:prSet/>
      <dgm:spPr/>
      <dgm:t>
        <a:bodyPr/>
        <a:lstStyle/>
        <a:p>
          <a:endParaRPr lang="en-US"/>
        </a:p>
      </dgm:t>
    </dgm:pt>
    <dgm:pt modelId="{B158F187-A293-4EC2-904C-B4512652072E}">
      <dgm:prSet/>
      <dgm:spPr/>
      <dgm:t>
        <a:bodyPr/>
        <a:lstStyle/>
        <a:p>
          <a:pPr rtl="0"/>
          <a:r>
            <a:rPr lang="en-US" dirty="0" smtClean="0"/>
            <a:t>2. Protein pair with different </a:t>
          </a:r>
          <a:r>
            <a:rPr lang="en-US" dirty="0" err="1" smtClean="0"/>
            <a:t>subcellular</a:t>
          </a:r>
          <a:r>
            <a:rPr lang="en-US" dirty="0" smtClean="0"/>
            <a:t> locations</a:t>
          </a:r>
          <a:endParaRPr lang="en-US" dirty="0"/>
        </a:p>
      </dgm:t>
    </dgm:pt>
    <dgm:pt modelId="{0A30AF22-B856-470E-968A-B7DE93ED4C7A}" type="parTrans" cxnId="{1730691F-3231-4160-A4AC-555EC7E554E9}">
      <dgm:prSet/>
      <dgm:spPr/>
      <dgm:t>
        <a:bodyPr/>
        <a:lstStyle/>
        <a:p>
          <a:endParaRPr lang="en-US"/>
        </a:p>
      </dgm:t>
    </dgm:pt>
    <dgm:pt modelId="{9E8DDB70-C886-4F3B-A315-3A6BE0F80DD5}" type="sibTrans" cxnId="{1730691F-3231-4160-A4AC-555EC7E554E9}">
      <dgm:prSet/>
      <dgm:spPr/>
      <dgm:t>
        <a:bodyPr/>
        <a:lstStyle/>
        <a:p>
          <a:endParaRPr lang="en-US"/>
        </a:p>
      </dgm:t>
    </dgm:pt>
    <dgm:pt modelId="{73A6F4AC-8D60-490E-98AF-4CA70475273A}">
      <dgm:prSet/>
      <dgm:spPr/>
      <dgm:t>
        <a:bodyPr/>
        <a:lstStyle/>
        <a:p>
          <a:pPr rtl="0"/>
          <a:r>
            <a:rPr lang="en-US" dirty="0" smtClean="0"/>
            <a:t>3. </a:t>
          </a:r>
          <a:r>
            <a:rPr lang="en-US" dirty="0" err="1" smtClean="0"/>
            <a:t>Atleast</a:t>
          </a:r>
          <a:r>
            <a:rPr lang="en-US" dirty="0" smtClean="0"/>
            <a:t> 3-hop path between protein pair in PPI graph</a:t>
          </a:r>
          <a:endParaRPr lang="en-US" dirty="0"/>
        </a:p>
      </dgm:t>
    </dgm:pt>
    <dgm:pt modelId="{EBBD62C0-D641-4248-A410-34465F36B59D}" type="parTrans" cxnId="{3EB3EBC0-2EBE-423C-BD42-792649E233E9}">
      <dgm:prSet/>
      <dgm:spPr/>
      <dgm:t>
        <a:bodyPr/>
        <a:lstStyle/>
        <a:p>
          <a:endParaRPr lang="en-US"/>
        </a:p>
      </dgm:t>
    </dgm:pt>
    <dgm:pt modelId="{1E7BE738-0574-42E3-BB50-BACBF31846EE}" type="sibTrans" cxnId="{3EB3EBC0-2EBE-423C-BD42-792649E233E9}">
      <dgm:prSet/>
      <dgm:spPr/>
      <dgm:t>
        <a:bodyPr/>
        <a:lstStyle/>
        <a:p>
          <a:endParaRPr lang="en-US"/>
        </a:p>
      </dgm:t>
    </dgm:pt>
    <dgm:pt modelId="{46A44E27-858C-44F8-9B96-661F64F2934A}">
      <dgm:prSet custT="1"/>
      <dgm:spPr>
        <a:solidFill>
          <a:srgbClr val="CA6A68"/>
        </a:solidFill>
      </dgm:spPr>
      <dgm:t>
        <a:bodyPr/>
        <a:lstStyle/>
        <a:p>
          <a:pPr rtl="0"/>
          <a:r>
            <a:rPr lang="en-US" sz="2000" dirty="0" smtClean="0"/>
            <a:t>Non-interaction Data</a:t>
          </a:r>
          <a:endParaRPr lang="en-US" sz="2000" dirty="0"/>
        </a:p>
      </dgm:t>
    </dgm:pt>
    <dgm:pt modelId="{B41518A8-A2B2-4709-8391-C00674CABCD4}" type="sibTrans" cxnId="{2E41185E-DDC3-448E-81DB-B151C1AEF356}">
      <dgm:prSet/>
      <dgm:spPr/>
      <dgm:t>
        <a:bodyPr/>
        <a:lstStyle/>
        <a:p>
          <a:endParaRPr lang="en-US"/>
        </a:p>
      </dgm:t>
    </dgm:pt>
    <dgm:pt modelId="{B8AA2041-5538-4237-91EC-553742916C78}" type="parTrans" cxnId="{2E41185E-DDC3-448E-81DB-B151C1AEF356}">
      <dgm:prSet/>
      <dgm:spPr/>
      <dgm:t>
        <a:bodyPr/>
        <a:lstStyle/>
        <a:p>
          <a:endParaRPr lang="en-US"/>
        </a:p>
      </dgm:t>
    </dgm:pt>
    <dgm:pt modelId="{95C826F9-6046-4DAA-AF31-1FC30FEE9834}" type="pres">
      <dgm:prSet presAssocID="{A1CEBA3D-C051-4213-8C5B-CD08E6E6B5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E2A5AE-EEC0-429B-9B4F-22A5FCDE18B4}" type="pres">
      <dgm:prSet presAssocID="{46A44E27-858C-44F8-9B96-661F64F2934A}" presName="root1" presStyleCnt="0"/>
      <dgm:spPr/>
    </dgm:pt>
    <dgm:pt modelId="{F40363EF-3CF8-4739-9480-153D2693502A}" type="pres">
      <dgm:prSet presAssocID="{46A44E27-858C-44F8-9B96-661F64F2934A}" presName="LevelOneTextNode" presStyleLbl="node0" presStyleIdx="0" presStyleCnt="1" custScaleX="131900" custScaleY="80923" custLinFactNeighborX="-28909" custLinFactNeighborY="20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D2C07C-0DA8-41D2-8BDC-D6467CDBF2CD}" type="pres">
      <dgm:prSet presAssocID="{46A44E27-858C-44F8-9B96-661F64F2934A}" presName="level2hierChild" presStyleCnt="0"/>
      <dgm:spPr/>
    </dgm:pt>
    <dgm:pt modelId="{A4BFD122-0563-4FF3-B7CA-3143FED632A2}" type="pres">
      <dgm:prSet presAssocID="{00677CFE-F89E-4CED-9E40-E48822FB1A8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DBF93844-1343-46A9-B1A1-88E784789592}" type="pres">
      <dgm:prSet presAssocID="{00677CFE-F89E-4CED-9E40-E48822FB1A8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024D3CD-EA6F-46EA-BB2C-B27D100B181B}" type="pres">
      <dgm:prSet presAssocID="{6D6ECC91-EE9B-4D6F-85DE-29C32A4733DE}" presName="root2" presStyleCnt="0"/>
      <dgm:spPr/>
    </dgm:pt>
    <dgm:pt modelId="{4A9E4963-9860-4A9C-AF36-71BD56E9E36B}" type="pres">
      <dgm:prSet presAssocID="{6D6ECC91-EE9B-4D6F-85DE-29C32A4733DE}" presName="LevelTwoTextNode" presStyleLbl="node2" presStyleIdx="0" presStyleCnt="3" custScaleX="1245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CC885E-4BEA-4310-9F43-CA569FE876A9}" type="pres">
      <dgm:prSet presAssocID="{6D6ECC91-EE9B-4D6F-85DE-29C32A4733DE}" presName="level3hierChild" presStyleCnt="0"/>
      <dgm:spPr/>
    </dgm:pt>
    <dgm:pt modelId="{419BE4BC-88AD-43F6-83B0-F0377AB0C97D}" type="pres">
      <dgm:prSet presAssocID="{0A30AF22-B856-470E-968A-B7DE93ED4C7A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703BA8C6-C813-4F57-893B-5BC338CC4B22}" type="pres">
      <dgm:prSet presAssocID="{0A30AF22-B856-470E-968A-B7DE93ED4C7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6773A670-C8BC-406B-9EAE-BA790B1C95A8}" type="pres">
      <dgm:prSet presAssocID="{B158F187-A293-4EC2-904C-B4512652072E}" presName="root2" presStyleCnt="0"/>
      <dgm:spPr/>
    </dgm:pt>
    <dgm:pt modelId="{3F820824-03EC-4948-8B66-6323B9672D98}" type="pres">
      <dgm:prSet presAssocID="{B158F187-A293-4EC2-904C-B4512652072E}" presName="LevelTwoTextNode" presStyleLbl="node2" presStyleIdx="1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DD22F4-4FAF-4B7A-9378-2ABC0729C665}" type="pres">
      <dgm:prSet presAssocID="{B158F187-A293-4EC2-904C-B4512652072E}" presName="level3hierChild" presStyleCnt="0"/>
      <dgm:spPr/>
    </dgm:pt>
    <dgm:pt modelId="{4AD2B51B-3D1B-4860-BB59-09E36996C986}" type="pres">
      <dgm:prSet presAssocID="{EBBD62C0-D641-4248-A410-34465F36B59D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78447645-E212-4040-87B4-477E80374EF1}" type="pres">
      <dgm:prSet presAssocID="{EBBD62C0-D641-4248-A410-34465F36B59D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C3FA7C7-82CB-42FE-96DE-0F494EBCA1D1}" type="pres">
      <dgm:prSet presAssocID="{73A6F4AC-8D60-490E-98AF-4CA70475273A}" presName="root2" presStyleCnt="0"/>
      <dgm:spPr/>
    </dgm:pt>
    <dgm:pt modelId="{BF80DEA2-1D1F-4631-A527-A483F9A58F56}" type="pres">
      <dgm:prSet presAssocID="{73A6F4AC-8D60-490E-98AF-4CA70475273A}" presName="LevelTwoTextNode" presStyleLbl="node2" presStyleIdx="2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90DDD-F7AF-4E99-BE15-AB2D3FA96ABC}" type="pres">
      <dgm:prSet presAssocID="{73A6F4AC-8D60-490E-98AF-4CA70475273A}" presName="level3hierChild" presStyleCnt="0"/>
      <dgm:spPr/>
    </dgm:pt>
  </dgm:ptLst>
  <dgm:cxnLst>
    <dgm:cxn modelId="{8E80CC43-B795-4826-9D89-AC4E12F310D6}" type="presOf" srcId="{EBBD62C0-D641-4248-A410-34465F36B59D}" destId="{78447645-E212-4040-87B4-477E80374EF1}" srcOrd="1" destOrd="0" presId="urn:microsoft.com/office/officeart/2005/8/layout/hierarchy2"/>
    <dgm:cxn modelId="{4EA71395-953A-460E-A335-A9C08060B890}" type="presOf" srcId="{0A30AF22-B856-470E-968A-B7DE93ED4C7A}" destId="{419BE4BC-88AD-43F6-83B0-F0377AB0C97D}" srcOrd="0" destOrd="0" presId="urn:microsoft.com/office/officeart/2005/8/layout/hierarchy2"/>
    <dgm:cxn modelId="{D93B19B6-7F19-4B9F-AD62-86DB24AFE410}" type="presOf" srcId="{B158F187-A293-4EC2-904C-B4512652072E}" destId="{3F820824-03EC-4948-8B66-6323B9672D98}" srcOrd="0" destOrd="0" presId="urn:microsoft.com/office/officeart/2005/8/layout/hierarchy2"/>
    <dgm:cxn modelId="{08A23EC5-016D-4CAF-81EB-0C43F39719E0}" type="presOf" srcId="{6D6ECC91-EE9B-4D6F-85DE-29C32A4733DE}" destId="{4A9E4963-9860-4A9C-AF36-71BD56E9E36B}" srcOrd="0" destOrd="0" presId="urn:microsoft.com/office/officeart/2005/8/layout/hierarchy2"/>
    <dgm:cxn modelId="{0E335BFE-5B4A-460C-A8C7-7D5C90E4D50D}" type="presOf" srcId="{A1CEBA3D-C051-4213-8C5B-CD08E6E6B554}" destId="{95C826F9-6046-4DAA-AF31-1FC30FEE9834}" srcOrd="0" destOrd="0" presId="urn:microsoft.com/office/officeart/2005/8/layout/hierarchy2"/>
    <dgm:cxn modelId="{EA3B2FE4-6017-4ED2-87C2-277BB2C7163D}" type="presOf" srcId="{00677CFE-F89E-4CED-9E40-E48822FB1A83}" destId="{A4BFD122-0563-4FF3-B7CA-3143FED632A2}" srcOrd="0" destOrd="0" presId="urn:microsoft.com/office/officeart/2005/8/layout/hierarchy2"/>
    <dgm:cxn modelId="{8FEE41A8-6DF2-4C67-BBA9-5DF691F86A36}" type="presOf" srcId="{73A6F4AC-8D60-490E-98AF-4CA70475273A}" destId="{BF80DEA2-1D1F-4631-A527-A483F9A58F56}" srcOrd="0" destOrd="0" presId="urn:microsoft.com/office/officeart/2005/8/layout/hierarchy2"/>
    <dgm:cxn modelId="{66CD1DB8-E74B-4913-9E7C-B4B6EBE0636A}" type="presOf" srcId="{EBBD62C0-D641-4248-A410-34465F36B59D}" destId="{4AD2B51B-3D1B-4860-BB59-09E36996C986}" srcOrd="0" destOrd="0" presId="urn:microsoft.com/office/officeart/2005/8/layout/hierarchy2"/>
    <dgm:cxn modelId="{57F18106-0D55-4BE6-91AD-40CEBE0D1FE3}" type="presOf" srcId="{46A44E27-858C-44F8-9B96-661F64F2934A}" destId="{F40363EF-3CF8-4739-9480-153D2693502A}" srcOrd="0" destOrd="0" presId="urn:microsoft.com/office/officeart/2005/8/layout/hierarchy2"/>
    <dgm:cxn modelId="{1730691F-3231-4160-A4AC-555EC7E554E9}" srcId="{46A44E27-858C-44F8-9B96-661F64F2934A}" destId="{B158F187-A293-4EC2-904C-B4512652072E}" srcOrd="1" destOrd="0" parTransId="{0A30AF22-B856-470E-968A-B7DE93ED4C7A}" sibTransId="{9E8DDB70-C886-4F3B-A315-3A6BE0F80DD5}"/>
    <dgm:cxn modelId="{2A55EFE2-E102-4EA4-BE3E-CE28DC62287F}" type="presOf" srcId="{00677CFE-F89E-4CED-9E40-E48822FB1A83}" destId="{DBF93844-1343-46A9-B1A1-88E784789592}" srcOrd="1" destOrd="0" presId="urn:microsoft.com/office/officeart/2005/8/layout/hierarchy2"/>
    <dgm:cxn modelId="{04264686-12AB-4E44-8689-36C14E681FEA}" type="presOf" srcId="{0A30AF22-B856-470E-968A-B7DE93ED4C7A}" destId="{703BA8C6-C813-4F57-893B-5BC338CC4B22}" srcOrd="1" destOrd="0" presId="urn:microsoft.com/office/officeart/2005/8/layout/hierarchy2"/>
    <dgm:cxn modelId="{2E41185E-DDC3-448E-81DB-B151C1AEF356}" srcId="{A1CEBA3D-C051-4213-8C5B-CD08E6E6B554}" destId="{46A44E27-858C-44F8-9B96-661F64F2934A}" srcOrd="0" destOrd="0" parTransId="{B8AA2041-5538-4237-91EC-553742916C78}" sibTransId="{B41518A8-A2B2-4709-8391-C00674CABCD4}"/>
    <dgm:cxn modelId="{36D5DEF8-37D8-40EB-86A7-12F08717EA0E}" srcId="{46A44E27-858C-44F8-9B96-661F64F2934A}" destId="{6D6ECC91-EE9B-4D6F-85DE-29C32A4733DE}" srcOrd="0" destOrd="0" parTransId="{00677CFE-F89E-4CED-9E40-E48822FB1A83}" sibTransId="{D31283DD-0CD5-403D-B076-440065CF33FC}"/>
    <dgm:cxn modelId="{3EB3EBC0-2EBE-423C-BD42-792649E233E9}" srcId="{46A44E27-858C-44F8-9B96-661F64F2934A}" destId="{73A6F4AC-8D60-490E-98AF-4CA70475273A}" srcOrd="2" destOrd="0" parTransId="{EBBD62C0-D641-4248-A410-34465F36B59D}" sibTransId="{1E7BE738-0574-42E3-BB50-BACBF31846EE}"/>
    <dgm:cxn modelId="{2C3F09B2-10A6-41F9-BC2B-4BA7E141BF25}" type="presParOf" srcId="{95C826F9-6046-4DAA-AF31-1FC30FEE9834}" destId="{8AE2A5AE-EEC0-429B-9B4F-22A5FCDE18B4}" srcOrd="0" destOrd="0" presId="urn:microsoft.com/office/officeart/2005/8/layout/hierarchy2"/>
    <dgm:cxn modelId="{4D6F2C4D-C0B2-4865-88B6-C6AAEF761C91}" type="presParOf" srcId="{8AE2A5AE-EEC0-429B-9B4F-22A5FCDE18B4}" destId="{F40363EF-3CF8-4739-9480-153D2693502A}" srcOrd="0" destOrd="0" presId="urn:microsoft.com/office/officeart/2005/8/layout/hierarchy2"/>
    <dgm:cxn modelId="{63614DBA-1E22-4CD3-8D6F-DB2BF5A9C5B6}" type="presParOf" srcId="{8AE2A5AE-EEC0-429B-9B4F-22A5FCDE18B4}" destId="{8AD2C07C-0DA8-41D2-8BDC-D6467CDBF2CD}" srcOrd="1" destOrd="0" presId="urn:microsoft.com/office/officeart/2005/8/layout/hierarchy2"/>
    <dgm:cxn modelId="{54160031-B84A-4DB8-A84E-6C56EB898A98}" type="presParOf" srcId="{8AD2C07C-0DA8-41D2-8BDC-D6467CDBF2CD}" destId="{A4BFD122-0563-4FF3-B7CA-3143FED632A2}" srcOrd="0" destOrd="0" presId="urn:microsoft.com/office/officeart/2005/8/layout/hierarchy2"/>
    <dgm:cxn modelId="{22FD81B2-F1B2-4FDE-8E39-80EED9DD9B78}" type="presParOf" srcId="{A4BFD122-0563-4FF3-B7CA-3143FED632A2}" destId="{DBF93844-1343-46A9-B1A1-88E784789592}" srcOrd="0" destOrd="0" presId="urn:microsoft.com/office/officeart/2005/8/layout/hierarchy2"/>
    <dgm:cxn modelId="{B4F64DE8-5C88-47B0-8C7C-E1B18715F27D}" type="presParOf" srcId="{8AD2C07C-0DA8-41D2-8BDC-D6467CDBF2CD}" destId="{7024D3CD-EA6F-46EA-BB2C-B27D100B181B}" srcOrd="1" destOrd="0" presId="urn:microsoft.com/office/officeart/2005/8/layout/hierarchy2"/>
    <dgm:cxn modelId="{8D2D7B29-21FE-4090-A82E-9B1048CEBABE}" type="presParOf" srcId="{7024D3CD-EA6F-46EA-BB2C-B27D100B181B}" destId="{4A9E4963-9860-4A9C-AF36-71BD56E9E36B}" srcOrd="0" destOrd="0" presId="urn:microsoft.com/office/officeart/2005/8/layout/hierarchy2"/>
    <dgm:cxn modelId="{A47F1D00-01F7-4375-A366-B26560F339FC}" type="presParOf" srcId="{7024D3CD-EA6F-46EA-BB2C-B27D100B181B}" destId="{9ECC885E-4BEA-4310-9F43-CA569FE876A9}" srcOrd="1" destOrd="0" presId="urn:microsoft.com/office/officeart/2005/8/layout/hierarchy2"/>
    <dgm:cxn modelId="{12DCBF38-C697-4CEE-9995-B31572D64F3A}" type="presParOf" srcId="{8AD2C07C-0DA8-41D2-8BDC-D6467CDBF2CD}" destId="{419BE4BC-88AD-43F6-83B0-F0377AB0C97D}" srcOrd="2" destOrd="0" presId="urn:microsoft.com/office/officeart/2005/8/layout/hierarchy2"/>
    <dgm:cxn modelId="{B4C675D9-AA38-4FA2-ACB9-A7E6ABC4A93E}" type="presParOf" srcId="{419BE4BC-88AD-43F6-83B0-F0377AB0C97D}" destId="{703BA8C6-C813-4F57-893B-5BC338CC4B22}" srcOrd="0" destOrd="0" presId="urn:microsoft.com/office/officeart/2005/8/layout/hierarchy2"/>
    <dgm:cxn modelId="{4BEBB186-02BD-4AD1-8D63-4B5AE439AA3B}" type="presParOf" srcId="{8AD2C07C-0DA8-41D2-8BDC-D6467CDBF2CD}" destId="{6773A670-C8BC-406B-9EAE-BA790B1C95A8}" srcOrd="3" destOrd="0" presId="urn:microsoft.com/office/officeart/2005/8/layout/hierarchy2"/>
    <dgm:cxn modelId="{C80D75ED-A859-487F-87AF-18D977C68D79}" type="presParOf" srcId="{6773A670-C8BC-406B-9EAE-BA790B1C95A8}" destId="{3F820824-03EC-4948-8B66-6323B9672D98}" srcOrd="0" destOrd="0" presId="urn:microsoft.com/office/officeart/2005/8/layout/hierarchy2"/>
    <dgm:cxn modelId="{7580C3B1-F902-42FF-8332-8C68E9A99BDD}" type="presParOf" srcId="{6773A670-C8BC-406B-9EAE-BA790B1C95A8}" destId="{46DD22F4-4FAF-4B7A-9378-2ABC0729C665}" srcOrd="1" destOrd="0" presId="urn:microsoft.com/office/officeart/2005/8/layout/hierarchy2"/>
    <dgm:cxn modelId="{D726514D-8120-45C9-ABFD-4CB44753A656}" type="presParOf" srcId="{8AD2C07C-0DA8-41D2-8BDC-D6467CDBF2CD}" destId="{4AD2B51B-3D1B-4860-BB59-09E36996C986}" srcOrd="4" destOrd="0" presId="urn:microsoft.com/office/officeart/2005/8/layout/hierarchy2"/>
    <dgm:cxn modelId="{B5C36D91-8DEF-463A-BAAE-FAB8FC1F40A8}" type="presParOf" srcId="{4AD2B51B-3D1B-4860-BB59-09E36996C986}" destId="{78447645-E212-4040-87B4-477E80374EF1}" srcOrd="0" destOrd="0" presId="urn:microsoft.com/office/officeart/2005/8/layout/hierarchy2"/>
    <dgm:cxn modelId="{A685E7DD-5C2D-4A06-9634-D9EE72B0C5C8}" type="presParOf" srcId="{8AD2C07C-0DA8-41D2-8BDC-D6467CDBF2CD}" destId="{4C3FA7C7-82CB-42FE-96DE-0F494EBCA1D1}" srcOrd="5" destOrd="0" presId="urn:microsoft.com/office/officeart/2005/8/layout/hierarchy2"/>
    <dgm:cxn modelId="{34F2A2C3-A567-4C81-90CF-C92ACD62AD29}" type="presParOf" srcId="{4C3FA7C7-82CB-42FE-96DE-0F494EBCA1D1}" destId="{BF80DEA2-1D1F-4631-A527-A483F9A58F56}" srcOrd="0" destOrd="0" presId="urn:microsoft.com/office/officeart/2005/8/layout/hierarchy2"/>
    <dgm:cxn modelId="{1D57D5F7-0D8E-4110-A7C4-C0C5CA1CEC6B}" type="presParOf" srcId="{4C3FA7C7-82CB-42FE-96DE-0F494EBCA1D1}" destId="{90B90DDD-F7AF-4E99-BE15-AB2D3FA96ABC}" srcOrd="1" destOrd="0" presId="urn:microsoft.com/office/officeart/2005/8/layout/hierarchy2"/>
  </dgm:cxnLst>
  <dgm:bg/>
  <dgm:whole/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5983510-3C5C-4045-8676-6A0E78849F7C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2F3890F-D9DC-4026-A46D-39F0DDA4F5A6}">
      <dgm:prSet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err="1" smtClean="0"/>
            <a:t>Softmax</a:t>
          </a:r>
          <a:endParaRPr lang="en-US" dirty="0"/>
        </a:p>
      </dgm:t>
    </dgm:pt>
    <dgm:pt modelId="{A9A1869E-5081-4970-98B7-9835FEE7F38A}" type="parTrans" cxnId="{0EB244A6-C7C7-4301-B35D-6288033B584F}">
      <dgm:prSet/>
      <dgm:spPr/>
      <dgm:t>
        <a:bodyPr/>
        <a:lstStyle/>
        <a:p>
          <a:endParaRPr lang="en-US"/>
        </a:p>
      </dgm:t>
    </dgm:pt>
    <dgm:pt modelId="{ABB869C5-0AB3-457F-AD7F-EBB518C111C2}" type="sibTrans" cxnId="{0EB244A6-C7C7-4301-B35D-6288033B584F}">
      <dgm:prSet/>
      <dgm:spPr/>
      <dgm:t>
        <a:bodyPr/>
        <a:lstStyle/>
        <a:p>
          <a:endParaRPr lang="en-US"/>
        </a:p>
      </dgm:t>
    </dgm:pt>
    <dgm:pt modelId="{7925E280-BDCD-4622-A1BE-1BE64BB1A631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dirty="0" smtClean="0"/>
            <a:t>Positive</a:t>
          </a:r>
          <a:endParaRPr lang="en-US" dirty="0"/>
        </a:p>
      </dgm:t>
    </dgm:pt>
    <dgm:pt modelId="{B60E2B8F-ADF1-40D5-ABFC-0FA6348B6EE6}" type="parTrans" cxnId="{28ABB761-64E3-472B-8D30-F222089E152B}">
      <dgm:prSet/>
      <dgm:spPr/>
      <dgm:t>
        <a:bodyPr/>
        <a:lstStyle/>
        <a:p>
          <a:endParaRPr lang="en-US"/>
        </a:p>
      </dgm:t>
    </dgm:pt>
    <dgm:pt modelId="{6DB36E29-C6EA-45D5-98BC-EC0D2028A1D5}" type="sibTrans" cxnId="{28ABB761-64E3-472B-8D30-F222089E152B}">
      <dgm:prSet/>
      <dgm:spPr/>
      <dgm:t>
        <a:bodyPr/>
        <a:lstStyle/>
        <a:p>
          <a:endParaRPr lang="en-US"/>
        </a:p>
      </dgm:t>
    </dgm:pt>
    <dgm:pt modelId="{2BF6A132-7644-4AB6-B077-78F00647A23A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Negative</a:t>
          </a:r>
          <a:endParaRPr lang="en-US" dirty="0"/>
        </a:p>
      </dgm:t>
    </dgm:pt>
    <dgm:pt modelId="{697FF106-7A69-442F-AC25-40007BA02495}" type="parTrans" cxnId="{62ADF709-B35E-469D-8F46-FD5CB4E85DF3}">
      <dgm:prSet/>
      <dgm:spPr/>
      <dgm:t>
        <a:bodyPr/>
        <a:lstStyle/>
        <a:p>
          <a:endParaRPr lang="en-US"/>
        </a:p>
      </dgm:t>
    </dgm:pt>
    <dgm:pt modelId="{97F6CBE3-CAC0-460A-8219-BAE243455B02}" type="sibTrans" cxnId="{62ADF709-B35E-469D-8F46-FD5CB4E85DF3}">
      <dgm:prSet/>
      <dgm:spPr/>
      <dgm:t>
        <a:bodyPr/>
        <a:lstStyle/>
        <a:p>
          <a:endParaRPr lang="en-US"/>
        </a:p>
      </dgm:t>
    </dgm:pt>
    <dgm:pt modelId="{558C3BB0-1623-4AB3-81D0-51ABBDC52C9B}" type="pres">
      <dgm:prSet presAssocID="{85983510-3C5C-4045-8676-6A0E78849F7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5CC3B4-B8CA-4E07-9522-CD8996DCFC24}" type="pres">
      <dgm:prSet presAssocID="{D2F3890F-D9DC-4026-A46D-39F0DDA4F5A6}" presName="root1" presStyleCnt="0"/>
      <dgm:spPr/>
    </dgm:pt>
    <dgm:pt modelId="{E47C946F-F91B-458E-995D-6BA7AEFB84AF}" type="pres">
      <dgm:prSet presAssocID="{D2F3890F-D9DC-4026-A46D-39F0DDA4F5A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232FA1-54F8-47FE-9CB2-2C37424E0FFB}" type="pres">
      <dgm:prSet presAssocID="{D2F3890F-D9DC-4026-A46D-39F0DDA4F5A6}" presName="level2hierChild" presStyleCnt="0"/>
      <dgm:spPr/>
    </dgm:pt>
    <dgm:pt modelId="{F06FCD0E-37F4-4B05-AD2E-0D6EA8ABCF17}" type="pres">
      <dgm:prSet presAssocID="{B60E2B8F-ADF1-40D5-ABFC-0FA6348B6EE6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962E304C-0BB3-4C29-8683-D88E8A9AB1AD}" type="pres">
      <dgm:prSet presAssocID="{B60E2B8F-ADF1-40D5-ABFC-0FA6348B6EE6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9C86C70-69D7-4DD7-B556-B68A7CB3AD31}" type="pres">
      <dgm:prSet presAssocID="{7925E280-BDCD-4622-A1BE-1BE64BB1A631}" presName="root2" presStyleCnt="0"/>
      <dgm:spPr/>
    </dgm:pt>
    <dgm:pt modelId="{59374851-274D-4FBD-A935-5E2A24E6F601}" type="pres">
      <dgm:prSet presAssocID="{7925E280-BDCD-4622-A1BE-1BE64BB1A631}" presName="LevelTwoTextNode" presStyleLbl="node2" presStyleIdx="0" presStyleCnt="2" custLinFactNeighborY="-845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CB42632-D4C0-4D6E-ADCD-52798CBFB747}" type="pres">
      <dgm:prSet presAssocID="{7925E280-BDCD-4622-A1BE-1BE64BB1A631}" presName="level3hierChild" presStyleCnt="0"/>
      <dgm:spPr/>
    </dgm:pt>
    <dgm:pt modelId="{89C23F07-1A91-4A8E-9853-2C08BF584D50}" type="pres">
      <dgm:prSet presAssocID="{697FF106-7A69-442F-AC25-40007BA0249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D730FE6-DD0F-4FDF-9F3B-8E41CCAACFCA}" type="pres">
      <dgm:prSet presAssocID="{697FF106-7A69-442F-AC25-40007BA0249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602C904A-860E-4860-AC9A-2B7A65927CE2}" type="pres">
      <dgm:prSet presAssocID="{2BF6A132-7644-4AB6-B077-78F00647A23A}" presName="root2" presStyleCnt="0"/>
      <dgm:spPr/>
    </dgm:pt>
    <dgm:pt modelId="{BF87CB8F-41F7-4AAE-B772-206A133F542D}" type="pres">
      <dgm:prSet presAssocID="{2BF6A132-7644-4AB6-B077-78F00647A23A}" presName="LevelTwoTextNode" presStyleLbl="node2" presStyleIdx="1" presStyleCnt="2" custLinFactNeighborY="7969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03DB005-CEED-49E4-958A-9762A405122C}" type="pres">
      <dgm:prSet presAssocID="{2BF6A132-7644-4AB6-B077-78F00647A23A}" presName="level3hierChild" presStyleCnt="0"/>
      <dgm:spPr/>
    </dgm:pt>
  </dgm:ptLst>
  <dgm:cxnLst>
    <dgm:cxn modelId="{0EB244A6-C7C7-4301-B35D-6288033B584F}" srcId="{85983510-3C5C-4045-8676-6A0E78849F7C}" destId="{D2F3890F-D9DC-4026-A46D-39F0DDA4F5A6}" srcOrd="0" destOrd="0" parTransId="{A9A1869E-5081-4970-98B7-9835FEE7F38A}" sibTransId="{ABB869C5-0AB3-457F-AD7F-EBB518C111C2}"/>
    <dgm:cxn modelId="{62ADF709-B35E-469D-8F46-FD5CB4E85DF3}" srcId="{D2F3890F-D9DC-4026-A46D-39F0DDA4F5A6}" destId="{2BF6A132-7644-4AB6-B077-78F00647A23A}" srcOrd="1" destOrd="0" parTransId="{697FF106-7A69-442F-AC25-40007BA02495}" sibTransId="{97F6CBE3-CAC0-460A-8219-BAE243455B02}"/>
    <dgm:cxn modelId="{4A019AA1-AF67-4717-A2FF-03CE79E18CD6}" type="presOf" srcId="{697FF106-7A69-442F-AC25-40007BA02495}" destId="{89C23F07-1A91-4A8E-9853-2C08BF584D50}" srcOrd="0" destOrd="0" presId="urn:microsoft.com/office/officeart/2005/8/layout/hierarchy2"/>
    <dgm:cxn modelId="{2FBF675F-104F-4FC5-BA00-6BE337AD90BF}" type="presOf" srcId="{697FF106-7A69-442F-AC25-40007BA02495}" destId="{4D730FE6-DD0F-4FDF-9F3B-8E41CCAACFCA}" srcOrd="1" destOrd="0" presId="urn:microsoft.com/office/officeart/2005/8/layout/hierarchy2"/>
    <dgm:cxn modelId="{F15CBE70-BA7E-4CF9-B281-7FF9068B15DA}" type="presOf" srcId="{B60E2B8F-ADF1-40D5-ABFC-0FA6348B6EE6}" destId="{962E304C-0BB3-4C29-8683-D88E8A9AB1AD}" srcOrd="1" destOrd="0" presId="urn:microsoft.com/office/officeart/2005/8/layout/hierarchy2"/>
    <dgm:cxn modelId="{8DE794D7-3DA4-4897-9681-A9BB8AE72E56}" type="presOf" srcId="{B60E2B8F-ADF1-40D5-ABFC-0FA6348B6EE6}" destId="{F06FCD0E-37F4-4B05-AD2E-0D6EA8ABCF17}" srcOrd="0" destOrd="0" presId="urn:microsoft.com/office/officeart/2005/8/layout/hierarchy2"/>
    <dgm:cxn modelId="{F994A4FD-61FE-40A8-89F8-8ED535739322}" type="presOf" srcId="{7925E280-BDCD-4622-A1BE-1BE64BB1A631}" destId="{59374851-274D-4FBD-A935-5E2A24E6F601}" srcOrd="0" destOrd="0" presId="urn:microsoft.com/office/officeart/2005/8/layout/hierarchy2"/>
    <dgm:cxn modelId="{8B55BD97-7F42-4E14-A33B-88783AA89F1C}" type="presOf" srcId="{D2F3890F-D9DC-4026-A46D-39F0DDA4F5A6}" destId="{E47C946F-F91B-458E-995D-6BA7AEFB84AF}" srcOrd="0" destOrd="0" presId="urn:microsoft.com/office/officeart/2005/8/layout/hierarchy2"/>
    <dgm:cxn modelId="{83832D9E-47E6-4B5F-A68B-0453F9874E4D}" type="presOf" srcId="{2BF6A132-7644-4AB6-B077-78F00647A23A}" destId="{BF87CB8F-41F7-4AAE-B772-206A133F542D}" srcOrd="0" destOrd="0" presId="urn:microsoft.com/office/officeart/2005/8/layout/hierarchy2"/>
    <dgm:cxn modelId="{29257785-7195-421C-B3C1-EF02273CAEF8}" type="presOf" srcId="{85983510-3C5C-4045-8676-6A0E78849F7C}" destId="{558C3BB0-1623-4AB3-81D0-51ABBDC52C9B}" srcOrd="0" destOrd="0" presId="urn:microsoft.com/office/officeart/2005/8/layout/hierarchy2"/>
    <dgm:cxn modelId="{28ABB761-64E3-472B-8D30-F222089E152B}" srcId="{D2F3890F-D9DC-4026-A46D-39F0DDA4F5A6}" destId="{7925E280-BDCD-4622-A1BE-1BE64BB1A631}" srcOrd="0" destOrd="0" parTransId="{B60E2B8F-ADF1-40D5-ABFC-0FA6348B6EE6}" sibTransId="{6DB36E29-C6EA-45D5-98BC-EC0D2028A1D5}"/>
    <dgm:cxn modelId="{ED8A6D87-5D89-4D26-BE60-2A70A3A04750}" type="presParOf" srcId="{558C3BB0-1623-4AB3-81D0-51ABBDC52C9B}" destId="{105CC3B4-B8CA-4E07-9522-CD8996DCFC24}" srcOrd="0" destOrd="0" presId="urn:microsoft.com/office/officeart/2005/8/layout/hierarchy2"/>
    <dgm:cxn modelId="{B358DA90-B6C8-4666-BBD9-66AA6EA42A4F}" type="presParOf" srcId="{105CC3B4-B8CA-4E07-9522-CD8996DCFC24}" destId="{E47C946F-F91B-458E-995D-6BA7AEFB84AF}" srcOrd="0" destOrd="0" presId="urn:microsoft.com/office/officeart/2005/8/layout/hierarchy2"/>
    <dgm:cxn modelId="{4C4ADA17-5B66-4139-B16E-B2FF8E23540D}" type="presParOf" srcId="{105CC3B4-B8CA-4E07-9522-CD8996DCFC24}" destId="{70232FA1-54F8-47FE-9CB2-2C37424E0FFB}" srcOrd="1" destOrd="0" presId="urn:microsoft.com/office/officeart/2005/8/layout/hierarchy2"/>
    <dgm:cxn modelId="{09D9E0C0-4E69-4BD5-BFB6-FC4B9C9DAA03}" type="presParOf" srcId="{70232FA1-54F8-47FE-9CB2-2C37424E0FFB}" destId="{F06FCD0E-37F4-4B05-AD2E-0D6EA8ABCF17}" srcOrd="0" destOrd="0" presId="urn:microsoft.com/office/officeart/2005/8/layout/hierarchy2"/>
    <dgm:cxn modelId="{9CD78BE7-B457-4B1F-8FE4-407192A240C6}" type="presParOf" srcId="{F06FCD0E-37F4-4B05-AD2E-0D6EA8ABCF17}" destId="{962E304C-0BB3-4C29-8683-D88E8A9AB1AD}" srcOrd="0" destOrd="0" presId="urn:microsoft.com/office/officeart/2005/8/layout/hierarchy2"/>
    <dgm:cxn modelId="{54D1210F-F779-4EE1-8962-9AC109FA102D}" type="presParOf" srcId="{70232FA1-54F8-47FE-9CB2-2C37424E0FFB}" destId="{C9C86C70-69D7-4DD7-B556-B68A7CB3AD31}" srcOrd="1" destOrd="0" presId="urn:microsoft.com/office/officeart/2005/8/layout/hierarchy2"/>
    <dgm:cxn modelId="{5445A28A-65C0-4874-A6F8-1AA4BDD64F8C}" type="presParOf" srcId="{C9C86C70-69D7-4DD7-B556-B68A7CB3AD31}" destId="{59374851-274D-4FBD-A935-5E2A24E6F601}" srcOrd="0" destOrd="0" presId="urn:microsoft.com/office/officeart/2005/8/layout/hierarchy2"/>
    <dgm:cxn modelId="{170D2D35-F524-475D-9891-9E268CDE38AA}" type="presParOf" srcId="{C9C86C70-69D7-4DD7-B556-B68A7CB3AD31}" destId="{1CB42632-D4C0-4D6E-ADCD-52798CBFB747}" srcOrd="1" destOrd="0" presId="urn:microsoft.com/office/officeart/2005/8/layout/hierarchy2"/>
    <dgm:cxn modelId="{A4F2B6EA-30AD-4655-BE15-02E81A338C9B}" type="presParOf" srcId="{70232FA1-54F8-47FE-9CB2-2C37424E0FFB}" destId="{89C23F07-1A91-4A8E-9853-2C08BF584D50}" srcOrd="2" destOrd="0" presId="urn:microsoft.com/office/officeart/2005/8/layout/hierarchy2"/>
    <dgm:cxn modelId="{235FE68B-45D5-4E6C-B32B-EC005E1F4C30}" type="presParOf" srcId="{89C23F07-1A91-4A8E-9853-2C08BF584D50}" destId="{4D730FE6-DD0F-4FDF-9F3B-8E41CCAACFCA}" srcOrd="0" destOrd="0" presId="urn:microsoft.com/office/officeart/2005/8/layout/hierarchy2"/>
    <dgm:cxn modelId="{C56EEAD9-6043-4001-AAFA-51292B49908A}" type="presParOf" srcId="{70232FA1-54F8-47FE-9CB2-2C37424E0FFB}" destId="{602C904A-860E-4860-AC9A-2B7A65927CE2}" srcOrd="3" destOrd="0" presId="urn:microsoft.com/office/officeart/2005/8/layout/hierarchy2"/>
    <dgm:cxn modelId="{647EB441-FC4B-4EA0-89C4-621586FC096C}" type="presParOf" srcId="{602C904A-860E-4860-AC9A-2B7A65927CE2}" destId="{BF87CB8F-41F7-4AAE-B772-206A133F542D}" srcOrd="0" destOrd="0" presId="urn:microsoft.com/office/officeart/2005/8/layout/hierarchy2"/>
    <dgm:cxn modelId="{D677C349-4668-4F20-9F51-9B060F8A8850}" type="presParOf" srcId="{602C904A-860E-4860-AC9A-2B7A65927CE2}" destId="{003DB005-CEED-49E4-958A-9762A405122C}" srcOrd="1" destOrd="0" presId="urn:microsoft.com/office/officeart/2005/8/layout/hierarchy2"/>
  </dgm:cxnLst>
  <dgm:bg/>
  <dgm:whole/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DD32656-CDB2-4226-84AB-3A9CC00C5912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1A430C-2C3E-4166-B971-6069B58BAAAA}">
      <dgm:prSet custT="1"/>
      <dgm:spPr/>
      <dgm:t>
        <a:bodyPr/>
        <a:lstStyle/>
        <a:p>
          <a:pPr algn="ctr" rtl="0"/>
          <a:endParaRPr lang="en-US" sz="1600" dirty="0"/>
        </a:p>
      </dgm:t>
    </dgm:pt>
    <dgm:pt modelId="{812161AC-BEF6-4074-968A-F4DF132DACA5}" type="parTrans" cxnId="{FCA98D00-862D-42F5-820A-31A94561BF8B}">
      <dgm:prSet/>
      <dgm:spPr/>
      <dgm:t>
        <a:bodyPr/>
        <a:lstStyle/>
        <a:p>
          <a:endParaRPr lang="en-US"/>
        </a:p>
      </dgm:t>
    </dgm:pt>
    <dgm:pt modelId="{6D5525A3-E703-4A7E-8A58-DE2126A678B2}" type="sibTrans" cxnId="{FCA98D00-862D-42F5-820A-31A94561BF8B}">
      <dgm:prSet/>
      <dgm:spPr/>
      <dgm:t>
        <a:bodyPr/>
        <a:lstStyle/>
        <a:p>
          <a:endParaRPr lang="en-US"/>
        </a:p>
      </dgm:t>
    </dgm:pt>
    <dgm:pt modelId="{5E4B7CF2-BDDB-487C-8610-B48FDEA6C6BA}">
      <dgm:prSet/>
      <dgm:spPr/>
      <dgm:t>
        <a:bodyPr/>
        <a:lstStyle/>
        <a:p>
          <a:pPr rtl="0"/>
          <a:r>
            <a:rPr lang="en-US" dirty="0" smtClean="0"/>
            <a:t>Non-Interaction Data</a:t>
          </a:r>
          <a:endParaRPr lang="en-US" dirty="0"/>
        </a:p>
      </dgm:t>
    </dgm:pt>
    <dgm:pt modelId="{E43BDC7F-129E-4D62-9AD0-40EA6B938712}" type="parTrans" cxnId="{C5ECBB1A-C259-4FCC-AFD1-E6C9629E4929}">
      <dgm:prSet/>
      <dgm:spPr/>
      <dgm:t>
        <a:bodyPr/>
        <a:lstStyle/>
        <a:p>
          <a:endParaRPr lang="en-US"/>
        </a:p>
      </dgm:t>
    </dgm:pt>
    <dgm:pt modelId="{AA747480-1DD7-4928-9B49-6D44512E831F}" type="sibTrans" cxnId="{C5ECBB1A-C259-4FCC-AFD1-E6C9629E4929}">
      <dgm:prSet/>
      <dgm:spPr/>
      <dgm:t>
        <a:bodyPr/>
        <a:lstStyle/>
        <a:p>
          <a:endParaRPr lang="en-US"/>
        </a:p>
      </dgm:t>
    </dgm:pt>
    <dgm:pt modelId="{8597E918-A917-46C3-892E-B0C44824FD1A}">
      <dgm:prSet/>
      <dgm:spPr/>
      <dgm:t>
        <a:bodyPr/>
        <a:lstStyle/>
        <a:p>
          <a:pPr rtl="0"/>
          <a:r>
            <a:rPr lang="en-US" dirty="0" smtClean="0"/>
            <a:t>Protein</a:t>
          </a:r>
          <a:endParaRPr lang="en-US" dirty="0"/>
        </a:p>
      </dgm:t>
    </dgm:pt>
    <dgm:pt modelId="{530C2BCE-1787-4489-859C-AE5A92FCC5BE}" type="parTrans" cxnId="{445C0084-6E95-457F-8653-12455A817631}">
      <dgm:prSet/>
      <dgm:spPr/>
      <dgm:t>
        <a:bodyPr/>
        <a:lstStyle/>
        <a:p>
          <a:endParaRPr lang="en-US"/>
        </a:p>
      </dgm:t>
    </dgm:pt>
    <dgm:pt modelId="{1C88D3A2-4B7A-4DD9-B55A-D78E7A37A16C}" type="sibTrans" cxnId="{445C0084-6E95-457F-8653-12455A817631}">
      <dgm:prSet/>
      <dgm:spPr/>
      <dgm:t>
        <a:bodyPr/>
        <a:lstStyle/>
        <a:p>
          <a:endParaRPr lang="en-US"/>
        </a:p>
      </dgm:t>
    </dgm:pt>
    <dgm:pt modelId="{56CCCEE7-272B-4101-9ADC-E70504663669}">
      <dgm:prSet/>
      <dgm:spPr/>
      <dgm:t>
        <a:bodyPr/>
        <a:lstStyle/>
        <a:p>
          <a:pPr rtl="0"/>
          <a:r>
            <a:rPr lang="en-US" dirty="0" err="1" smtClean="0"/>
            <a:t>Neg</a:t>
          </a:r>
          <a:endParaRPr lang="en-US" dirty="0"/>
        </a:p>
      </dgm:t>
    </dgm:pt>
    <dgm:pt modelId="{2CFF99B4-3097-4A01-A391-7F593513FEE8}" type="parTrans" cxnId="{AEFBD375-5C58-43CE-BE97-CA9CEF7E0618}">
      <dgm:prSet/>
      <dgm:spPr/>
      <dgm:t>
        <a:bodyPr/>
        <a:lstStyle/>
        <a:p>
          <a:endParaRPr lang="en-US"/>
        </a:p>
      </dgm:t>
    </dgm:pt>
    <dgm:pt modelId="{4E30C4F2-E7AA-40C6-B502-191F66AD6F78}" type="sibTrans" cxnId="{AEFBD375-5C58-43CE-BE97-CA9CEF7E0618}">
      <dgm:prSet/>
      <dgm:spPr/>
      <dgm:t>
        <a:bodyPr/>
        <a:lstStyle/>
        <a:p>
          <a:endParaRPr lang="en-US"/>
        </a:p>
      </dgm:t>
    </dgm:pt>
    <dgm:pt modelId="{0658370F-2E11-48C1-B52F-E6D66F4E51A6}">
      <dgm:prSet/>
      <dgm:spPr/>
      <dgm:t>
        <a:bodyPr/>
        <a:lstStyle/>
        <a:p>
          <a:pPr rtl="0"/>
          <a:r>
            <a:rPr lang="en-US" dirty="0" smtClean="0"/>
            <a:t>Distance</a:t>
          </a:r>
          <a:endParaRPr lang="en-US" dirty="0"/>
        </a:p>
      </dgm:t>
    </dgm:pt>
    <dgm:pt modelId="{1EA44F04-8B2B-4538-AC6D-34FB7631CA5E}" type="parTrans" cxnId="{AFA47290-C224-403C-9262-605F3B517185}">
      <dgm:prSet/>
      <dgm:spPr/>
      <dgm:t>
        <a:bodyPr/>
        <a:lstStyle/>
        <a:p>
          <a:endParaRPr lang="en-US"/>
        </a:p>
      </dgm:t>
    </dgm:pt>
    <dgm:pt modelId="{263B666B-C480-472F-AAD8-858D6623CECC}" type="sibTrans" cxnId="{AFA47290-C224-403C-9262-605F3B517185}">
      <dgm:prSet/>
      <dgm:spPr/>
      <dgm:t>
        <a:bodyPr/>
        <a:lstStyle/>
        <a:p>
          <a:endParaRPr lang="en-US"/>
        </a:p>
      </dgm:t>
    </dgm:pt>
    <dgm:pt modelId="{9125A569-FAE3-4E65-B646-662E5712A087}" type="pres">
      <dgm:prSet presAssocID="{2DD32656-CDB2-4226-84AB-3A9CC00C591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4D3622-F8BF-4F54-8E18-69940E895630}" type="pres">
      <dgm:prSet presAssocID="{A31A430C-2C3E-4166-B971-6069B58BAAAA}" presName="root1" presStyleCnt="0"/>
      <dgm:spPr/>
    </dgm:pt>
    <dgm:pt modelId="{7A98DB2D-0719-47BB-BE1B-F6F56216998C}" type="pres">
      <dgm:prSet presAssocID="{A31A430C-2C3E-4166-B971-6069B58BAAAA}" presName="LevelOneTextNod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DB94DD-9B21-4DBC-9889-9872BE07C04B}" type="pres">
      <dgm:prSet presAssocID="{A31A430C-2C3E-4166-B971-6069B58BAAAA}" presName="level2hierChild" presStyleCnt="0"/>
      <dgm:spPr/>
    </dgm:pt>
    <dgm:pt modelId="{CB472F02-96F5-4358-8921-39126D06C3D0}" type="pres">
      <dgm:prSet presAssocID="{5E4B7CF2-BDDB-487C-8610-B48FDEA6C6BA}" presName="root1" presStyleCnt="0"/>
      <dgm:spPr/>
    </dgm:pt>
    <dgm:pt modelId="{E7B44231-4C23-47EA-8024-E4E559B84D0A}" type="pres">
      <dgm:prSet presAssocID="{5E4B7CF2-BDDB-487C-8610-B48FDEA6C6BA}" presName="LevelOneTextNode" presStyleLbl="node0" presStyleIdx="1" presStyleCnt="2" custScaleY="81430" custLinFactNeighborY="176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D60657-E9E4-4FB6-BEAE-3F1FCF87DF8A}" type="pres">
      <dgm:prSet presAssocID="{5E4B7CF2-BDDB-487C-8610-B48FDEA6C6BA}" presName="level2hierChild" presStyleCnt="0"/>
      <dgm:spPr/>
    </dgm:pt>
    <dgm:pt modelId="{E273E2FB-7E1C-421F-BAD5-E7E22D4CE23F}" type="pres">
      <dgm:prSet presAssocID="{530C2BCE-1787-4489-859C-AE5A92FCC5BE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4F82C5B6-5058-4A86-A8CB-1DE36737E48B}" type="pres">
      <dgm:prSet presAssocID="{530C2BCE-1787-4489-859C-AE5A92FCC5BE}" presName="connTx" presStyleLbl="parChTrans1D2" presStyleIdx="0" presStyleCnt="3"/>
      <dgm:spPr/>
      <dgm:t>
        <a:bodyPr/>
        <a:lstStyle/>
        <a:p>
          <a:endParaRPr lang="en-US"/>
        </a:p>
      </dgm:t>
    </dgm:pt>
    <dgm:pt modelId="{F5C9347F-912A-4870-9116-45D5ABDD99E8}" type="pres">
      <dgm:prSet presAssocID="{8597E918-A917-46C3-892E-B0C44824FD1A}" presName="root2" presStyleCnt="0"/>
      <dgm:spPr/>
    </dgm:pt>
    <dgm:pt modelId="{84B75D66-CED1-4EB2-9CED-3A7756C98FD1}" type="pres">
      <dgm:prSet presAssocID="{8597E918-A917-46C3-892E-B0C44824FD1A}" presName="LevelTwoTextNode" presStyleLbl="node2" presStyleIdx="0" presStyleCnt="3" custLinFactNeighborY="81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B50EEF9-EB26-4273-A9D4-A5FC3FE977FE}" type="pres">
      <dgm:prSet presAssocID="{8597E918-A917-46C3-892E-B0C44824FD1A}" presName="level3hierChild" presStyleCnt="0"/>
      <dgm:spPr/>
    </dgm:pt>
    <dgm:pt modelId="{B8C389E7-245B-4637-B6BA-FC4861F207C9}" type="pres">
      <dgm:prSet presAssocID="{2CFF99B4-3097-4A01-A391-7F593513FEE8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004FAFD5-2E86-43AB-B766-56C36CA4AC2A}" type="pres">
      <dgm:prSet presAssocID="{2CFF99B4-3097-4A01-A391-7F593513FEE8}" presName="connTx" presStyleLbl="parChTrans1D2" presStyleIdx="1" presStyleCnt="3"/>
      <dgm:spPr/>
      <dgm:t>
        <a:bodyPr/>
        <a:lstStyle/>
        <a:p>
          <a:endParaRPr lang="en-US"/>
        </a:p>
      </dgm:t>
    </dgm:pt>
    <dgm:pt modelId="{E7202090-90FA-42AD-AC2A-67E84012EB55}" type="pres">
      <dgm:prSet presAssocID="{56CCCEE7-272B-4101-9ADC-E70504663669}" presName="root2" presStyleCnt="0"/>
      <dgm:spPr/>
    </dgm:pt>
    <dgm:pt modelId="{E9195B0C-FC73-4DD7-841D-0BCD9EF0472A}" type="pres">
      <dgm:prSet presAssocID="{56CCCEE7-272B-4101-9ADC-E70504663669}" presName="LevelTwoTextNode" presStyleLbl="node2" presStyleIdx="1" presStyleCnt="3" custLinFactNeighborY="81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CBF4D7-B424-41E7-8A01-05381565F91B}" type="pres">
      <dgm:prSet presAssocID="{56CCCEE7-272B-4101-9ADC-E70504663669}" presName="level3hierChild" presStyleCnt="0"/>
      <dgm:spPr/>
    </dgm:pt>
    <dgm:pt modelId="{AA1C2122-312A-4782-9DEF-770AF0B6AAAD}" type="pres">
      <dgm:prSet presAssocID="{1EA44F04-8B2B-4538-AC6D-34FB7631CA5E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34DC47F5-8275-44CD-A743-D61AF4E03648}" type="pres">
      <dgm:prSet presAssocID="{1EA44F04-8B2B-4538-AC6D-34FB7631CA5E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9DAA1F2-13D2-4243-BC00-D0F7261636EF}" type="pres">
      <dgm:prSet presAssocID="{0658370F-2E11-48C1-B52F-E6D66F4E51A6}" presName="root2" presStyleCnt="0"/>
      <dgm:spPr/>
    </dgm:pt>
    <dgm:pt modelId="{2DEA1DD9-956B-4F8D-B741-CE89F593DABB}" type="pres">
      <dgm:prSet presAssocID="{0658370F-2E11-48C1-B52F-E6D66F4E51A6}" presName="LevelTwoTextNode" presStyleLbl="node2" presStyleIdx="2" presStyleCnt="3" custLinFactNeighborY="15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220F5E6-59A1-476A-8EC4-0A6A6FC93F9D}" type="pres">
      <dgm:prSet presAssocID="{0658370F-2E11-48C1-B52F-E6D66F4E51A6}" presName="level3hierChild" presStyleCnt="0"/>
      <dgm:spPr/>
    </dgm:pt>
  </dgm:ptLst>
  <dgm:cxnLst>
    <dgm:cxn modelId="{ED06CC06-8ADD-4998-9036-4EE01FFBC0F3}" type="presOf" srcId="{530C2BCE-1787-4489-859C-AE5A92FCC5BE}" destId="{E273E2FB-7E1C-421F-BAD5-E7E22D4CE23F}" srcOrd="0" destOrd="0" presId="urn:microsoft.com/office/officeart/2005/8/layout/hierarchy2"/>
    <dgm:cxn modelId="{445C0084-6E95-457F-8653-12455A817631}" srcId="{5E4B7CF2-BDDB-487C-8610-B48FDEA6C6BA}" destId="{8597E918-A917-46C3-892E-B0C44824FD1A}" srcOrd="0" destOrd="0" parTransId="{530C2BCE-1787-4489-859C-AE5A92FCC5BE}" sibTransId="{1C88D3A2-4B7A-4DD9-B55A-D78E7A37A16C}"/>
    <dgm:cxn modelId="{EC2807C8-9535-4BD5-830D-A97841F801A3}" type="presOf" srcId="{A31A430C-2C3E-4166-B971-6069B58BAAAA}" destId="{7A98DB2D-0719-47BB-BE1B-F6F56216998C}" srcOrd="0" destOrd="0" presId="urn:microsoft.com/office/officeart/2005/8/layout/hierarchy2"/>
    <dgm:cxn modelId="{7361A918-79F2-4689-B829-E1BC280D53E5}" type="presOf" srcId="{2CFF99B4-3097-4A01-A391-7F593513FEE8}" destId="{004FAFD5-2E86-43AB-B766-56C36CA4AC2A}" srcOrd="1" destOrd="0" presId="urn:microsoft.com/office/officeart/2005/8/layout/hierarchy2"/>
    <dgm:cxn modelId="{FA870A7F-B353-4ACC-A474-94996B24CAFD}" type="presOf" srcId="{1EA44F04-8B2B-4538-AC6D-34FB7631CA5E}" destId="{34DC47F5-8275-44CD-A743-D61AF4E03648}" srcOrd="1" destOrd="0" presId="urn:microsoft.com/office/officeart/2005/8/layout/hierarchy2"/>
    <dgm:cxn modelId="{AEFBD375-5C58-43CE-BE97-CA9CEF7E0618}" srcId="{5E4B7CF2-BDDB-487C-8610-B48FDEA6C6BA}" destId="{56CCCEE7-272B-4101-9ADC-E70504663669}" srcOrd="1" destOrd="0" parTransId="{2CFF99B4-3097-4A01-A391-7F593513FEE8}" sibTransId="{4E30C4F2-E7AA-40C6-B502-191F66AD6F78}"/>
    <dgm:cxn modelId="{E7B6A0B3-CDE5-4FDD-BF9A-D8ADBEB30B71}" type="presOf" srcId="{2CFF99B4-3097-4A01-A391-7F593513FEE8}" destId="{B8C389E7-245B-4637-B6BA-FC4861F207C9}" srcOrd="0" destOrd="0" presId="urn:microsoft.com/office/officeart/2005/8/layout/hierarchy2"/>
    <dgm:cxn modelId="{21E4A48E-6B61-44D3-B066-D0BEE5B6B35D}" type="presOf" srcId="{8597E918-A917-46C3-892E-B0C44824FD1A}" destId="{84B75D66-CED1-4EB2-9CED-3A7756C98FD1}" srcOrd="0" destOrd="0" presId="urn:microsoft.com/office/officeart/2005/8/layout/hierarchy2"/>
    <dgm:cxn modelId="{AFA47290-C224-403C-9262-605F3B517185}" srcId="{5E4B7CF2-BDDB-487C-8610-B48FDEA6C6BA}" destId="{0658370F-2E11-48C1-B52F-E6D66F4E51A6}" srcOrd="2" destOrd="0" parTransId="{1EA44F04-8B2B-4538-AC6D-34FB7631CA5E}" sibTransId="{263B666B-C480-472F-AAD8-858D6623CECC}"/>
    <dgm:cxn modelId="{AE3540C8-04FD-428A-B3AA-9FFC08B623CB}" type="presOf" srcId="{5E4B7CF2-BDDB-487C-8610-B48FDEA6C6BA}" destId="{E7B44231-4C23-47EA-8024-E4E559B84D0A}" srcOrd="0" destOrd="0" presId="urn:microsoft.com/office/officeart/2005/8/layout/hierarchy2"/>
    <dgm:cxn modelId="{C5ECBB1A-C259-4FCC-AFD1-E6C9629E4929}" srcId="{2DD32656-CDB2-4226-84AB-3A9CC00C5912}" destId="{5E4B7CF2-BDDB-487C-8610-B48FDEA6C6BA}" srcOrd="1" destOrd="0" parTransId="{E43BDC7F-129E-4D62-9AD0-40EA6B938712}" sibTransId="{AA747480-1DD7-4928-9B49-6D44512E831F}"/>
    <dgm:cxn modelId="{DA5EA9FF-21EE-4D86-8BE0-D0425368F462}" type="presOf" srcId="{530C2BCE-1787-4489-859C-AE5A92FCC5BE}" destId="{4F82C5B6-5058-4A86-A8CB-1DE36737E48B}" srcOrd="1" destOrd="0" presId="urn:microsoft.com/office/officeart/2005/8/layout/hierarchy2"/>
    <dgm:cxn modelId="{8E00900A-4C1F-4E8F-B97F-35DB11F82311}" type="presOf" srcId="{1EA44F04-8B2B-4538-AC6D-34FB7631CA5E}" destId="{AA1C2122-312A-4782-9DEF-770AF0B6AAAD}" srcOrd="0" destOrd="0" presId="urn:microsoft.com/office/officeart/2005/8/layout/hierarchy2"/>
    <dgm:cxn modelId="{3A4CE5F5-E456-4497-ADC9-7DB7FAAD7107}" type="presOf" srcId="{0658370F-2E11-48C1-B52F-E6D66F4E51A6}" destId="{2DEA1DD9-956B-4F8D-B741-CE89F593DABB}" srcOrd="0" destOrd="0" presId="urn:microsoft.com/office/officeart/2005/8/layout/hierarchy2"/>
    <dgm:cxn modelId="{8D1543AF-37DC-4D38-A8B8-98C6BD970CA8}" type="presOf" srcId="{2DD32656-CDB2-4226-84AB-3A9CC00C5912}" destId="{9125A569-FAE3-4E65-B646-662E5712A087}" srcOrd="0" destOrd="0" presId="urn:microsoft.com/office/officeart/2005/8/layout/hierarchy2"/>
    <dgm:cxn modelId="{FCA98D00-862D-42F5-820A-31A94561BF8B}" srcId="{2DD32656-CDB2-4226-84AB-3A9CC00C5912}" destId="{A31A430C-2C3E-4166-B971-6069B58BAAAA}" srcOrd="0" destOrd="0" parTransId="{812161AC-BEF6-4074-968A-F4DF132DACA5}" sibTransId="{6D5525A3-E703-4A7E-8A58-DE2126A678B2}"/>
    <dgm:cxn modelId="{1C4B6967-05DD-44C5-8C62-4FD057D62993}" type="presOf" srcId="{56CCCEE7-272B-4101-9ADC-E70504663669}" destId="{E9195B0C-FC73-4DD7-841D-0BCD9EF0472A}" srcOrd="0" destOrd="0" presId="urn:microsoft.com/office/officeart/2005/8/layout/hierarchy2"/>
    <dgm:cxn modelId="{E48A8E16-A0B6-4DE4-8EF7-58D783363A5F}" type="presParOf" srcId="{9125A569-FAE3-4E65-B646-662E5712A087}" destId="{AE4D3622-F8BF-4F54-8E18-69940E895630}" srcOrd="0" destOrd="0" presId="urn:microsoft.com/office/officeart/2005/8/layout/hierarchy2"/>
    <dgm:cxn modelId="{F13A2D1C-F72E-449D-94AC-2BDBA7C89625}" type="presParOf" srcId="{AE4D3622-F8BF-4F54-8E18-69940E895630}" destId="{7A98DB2D-0719-47BB-BE1B-F6F56216998C}" srcOrd="0" destOrd="0" presId="urn:microsoft.com/office/officeart/2005/8/layout/hierarchy2"/>
    <dgm:cxn modelId="{C1C31A2F-B5CA-488B-9F4D-7C69DCA0A7CA}" type="presParOf" srcId="{AE4D3622-F8BF-4F54-8E18-69940E895630}" destId="{96DB94DD-9B21-4DBC-9889-9872BE07C04B}" srcOrd="1" destOrd="0" presId="urn:microsoft.com/office/officeart/2005/8/layout/hierarchy2"/>
    <dgm:cxn modelId="{0A20A093-7494-4B69-92FA-806BF73990B1}" type="presParOf" srcId="{9125A569-FAE3-4E65-B646-662E5712A087}" destId="{CB472F02-96F5-4358-8921-39126D06C3D0}" srcOrd="1" destOrd="0" presId="urn:microsoft.com/office/officeart/2005/8/layout/hierarchy2"/>
    <dgm:cxn modelId="{B0C313BA-C627-4912-9888-99ADF98A9CCF}" type="presParOf" srcId="{CB472F02-96F5-4358-8921-39126D06C3D0}" destId="{E7B44231-4C23-47EA-8024-E4E559B84D0A}" srcOrd="0" destOrd="0" presId="urn:microsoft.com/office/officeart/2005/8/layout/hierarchy2"/>
    <dgm:cxn modelId="{E61A2256-D18E-44A5-BC93-A67E8825D475}" type="presParOf" srcId="{CB472F02-96F5-4358-8921-39126D06C3D0}" destId="{DAD60657-E9E4-4FB6-BEAE-3F1FCF87DF8A}" srcOrd="1" destOrd="0" presId="urn:microsoft.com/office/officeart/2005/8/layout/hierarchy2"/>
    <dgm:cxn modelId="{684624C6-5FF2-4B7F-BD73-35C2E129948C}" type="presParOf" srcId="{DAD60657-E9E4-4FB6-BEAE-3F1FCF87DF8A}" destId="{E273E2FB-7E1C-421F-BAD5-E7E22D4CE23F}" srcOrd="0" destOrd="0" presId="urn:microsoft.com/office/officeart/2005/8/layout/hierarchy2"/>
    <dgm:cxn modelId="{77B09118-6191-4D83-A732-8C29C40DCD8C}" type="presParOf" srcId="{E273E2FB-7E1C-421F-BAD5-E7E22D4CE23F}" destId="{4F82C5B6-5058-4A86-A8CB-1DE36737E48B}" srcOrd="0" destOrd="0" presId="urn:microsoft.com/office/officeart/2005/8/layout/hierarchy2"/>
    <dgm:cxn modelId="{D9464C3F-093E-4AAB-8263-BB23AEEA4BD3}" type="presParOf" srcId="{DAD60657-E9E4-4FB6-BEAE-3F1FCF87DF8A}" destId="{F5C9347F-912A-4870-9116-45D5ABDD99E8}" srcOrd="1" destOrd="0" presId="urn:microsoft.com/office/officeart/2005/8/layout/hierarchy2"/>
    <dgm:cxn modelId="{2D5B959B-99B6-47F8-9295-8CD71884E453}" type="presParOf" srcId="{F5C9347F-912A-4870-9116-45D5ABDD99E8}" destId="{84B75D66-CED1-4EB2-9CED-3A7756C98FD1}" srcOrd="0" destOrd="0" presId="urn:microsoft.com/office/officeart/2005/8/layout/hierarchy2"/>
    <dgm:cxn modelId="{D5EB161F-2146-4D61-94AF-859696A91AAD}" type="presParOf" srcId="{F5C9347F-912A-4870-9116-45D5ABDD99E8}" destId="{CB50EEF9-EB26-4273-A9D4-A5FC3FE977FE}" srcOrd="1" destOrd="0" presId="urn:microsoft.com/office/officeart/2005/8/layout/hierarchy2"/>
    <dgm:cxn modelId="{0DDA3EC3-0A99-4E69-81FA-82B307748D0E}" type="presParOf" srcId="{DAD60657-E9E4-4FB6-BEAE-3F1FCF87DF8A}" destId="{B8C389E7-245B-4637-B6BA-FC4861F207C9}" srcOrd="2" destOrd="0" presId="urn:microsoft.com/office/officeart/2005/8/layout/hierarchy2"/>
    <dgm:cxn modelId="{30D96942-67C3-4B6F-9CFE-80E8F57BAEE2}" type="presParOf" srcId="{B8C389E7-245B-4637-B6BA-FC4861F207C9}" destId="{004FAFD5-2E86-43AB-B766-56C36CA4AC2A}" srcOrd="0" destOrd="0" presId="urn:microsoft.com/office/officeart/2005/8/layout/hierarchy2"/>
    <dgm:cxn modelId="{B2E34572-B99A-4FFC-8962-6E95175DDE42}" type="presParOf" srcId="{DAD60657-E9E4-4FB6-BEAE-3F1FCF87DF8A}" destId="{E7202090-90FA-42AD-AC2A-67E84012EB55}" srcOrd="3" destOrd="0" presId="urn:microsoft.com/office/officeart/2005/8/layout/hierarchy2"/>
    <dgm:cxn modelId="{E7867C65-52B8-4093-9D10-919E1A7458C5}" type="presParOf" srcId="{E7202090-90FA-42AD-AC2A-67E84012EB55}" destId="{E9195B0C-FC73-4DD7-841D-0BCD9EF0472A}" srcOrd="0" destOrd="0" presId="urn:microsoft.com/office/officeart/2005/8/layout/hierarchy2"/>
    <dgm:cxn modelId="{42C19B94-85E9-4F21-8BC5-2989DAA8BE12}" type="presParOf" srcId="{E7202090-90FA-42AD-AC2A-67E84012EB55}" destId="{37CBF4D7-B424-41E7-8A01-05381565F91B}" srcOrd="1" destOrd="0" presId="urn:microsoft.com/office/officeart/2005/8/layout/hierarchy2"/>
    <dgm:cxn modelId="{981D169D-A65A-4BE5-A0C2-404606D849BF}" type="presParOf" srcId="{DAD60657-E9E4-4FB6-BEAE-3F1FCF87DF8A}" destId="{AA1C2122-312A-4782-9DEF-770AF0B6AAAD}" srcOrd="4" destOrd="0" presId="urn:microsoft.com/office/officeart/2005/8/layout/hierarchy2"/>
    <dgm:cxn modelId="{7C2078E5-2D0D-4617-8B2A-41F8EC37A1D6}" type="presParOf" srcId="{AA1C2122-312A-4782-9DEF-770AF0B6AAAD}" destId="{34DC47F5-8275-44CD-A743-D61AF4E03648}" srcOrd="0" destOrd="0" presId="urn:microsoft.com/office/officeart/2005/8/layout/hierarchy2"/>
    <dgm:cxn modelId="{223A068E-3D58-4F66-BE83-00D382BAF335}" type="presParOf" srcId="{DAD60657-E9E4-4FB6-BEAE-3F1FCF87DF8A}" destId="{49DAA1F2-13D2-4243-BC00-D0F7261636EF}" srcOrd="5" destOrd="0" presId="urn:microsoft.com/office/officeart/2005/8/layout/hierarchy2"/>
    <dgm:cxn modelId="{C89B6965-25E4-4F53-A46C-635AD26E86CA}" type="presParOf" srcId="{49DAA1F2-13D2-4243-BC00-D0F7261636EF}" destId="{2DEA1DD9-956B-4F8D-B741-CE89F593DABB}" srcOrd="0" destOrd="0" presId="urn:microsoft.com/office/officeart/2005/8/layout/hierarchy2"/>
    <dgm:cxn modelId="{DCC9B5A4-340D-4FDA-8F63-AC9E6DA20871}" type="presParOf" srcId="{49DAA1F2-13D2-4243-BC00-D0F7261636EF}" destId="{B220F5E6-59A1-476A-8EC4-0A6A6FC93F9D}" srcOrd="1" destOrd="0" presId="urn:microsoft.com/office/officeart/2005/8/layout/hierarchy2"/>
  </dgm:cxnLst>
  <dgm:bg/>
  <dgm:whole/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1CEBA3D-C051-4213-8C5B-CD08E6E6B55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A44E27-858C-44F8-9B96-661F64F2934A}">
      <dgm:prSet/>
      <dgm:spPr/>
      <dgm:t>
        <a:bodyPr/>
        <a:lstStyle/>
        <a:p>
          <a:pPr rtl="0"/>
          <a:r>
            <a:rPr lang="en-US" dirty="0" smtClean="0"/>
            <a:t>Non-interaction Data</a:t>
          </a:r>
          <a:endParaRPr lang="en-US" dirty="0"/>
        </a:p>
      </dgm:t>
    </dgm:pt>
    <dgm:pt modelId="{B8AA2041-5538-4237-91EC-553742916C78}" type="parTrans" cxnId="{2E41185E-DDC3-448E-81DB-B151C1AEF356}">
      <dgm:prSet/>
      <dgm:spPr/>
      <dgm:t>
        <a:bodyPr/>
        <a:lstStyle/>
        <a:p>
          <a:endParaRPr lang="en-US"/>
        </a:p>
      </dgm:t>
    </dgm:pt>
    <dgm:pt modelId="{B41518A8-A2B2-4709-8391-C00674CABCD4}" type="sibTrans" cxnId="{2E41185E-DDC3-448E-81DB-B151C1AEF356}">
      <dgm:prSet/>
      <dgm:spPr/>
      <dgm:t>
        <a:bodyPr/>
        <a:lstStyle/>
        <a:p>
          <a:endParaRPr lang="en-US"/>
        </a:p>
      </dgm:t>
    </dgm:pt>
    <dgm:pt modelId="{6D6ECC91-EE9B-4D6F-85DE-29C32A4733DE}">
      <dgm:prSet/>
      <dgm:spPr/>
      <dgm:t>
        <a:bodyPr/>
        <a:lstStyle/>
        <a:p>
          <a:pPr rtl="0"/>
          <a:r>
            <a:rPr lang="en-US" dirty="0" smtClean="0"/>
            <a:t>Protein</a:t>
          </a:r>
          <a:endParaRPr lang="en-US" dirty="0"/>
        </a:p>
      </dgm:t>
    </dgm:pt>
    <dgm:pt modelId="{00677CFE-F89E-4CED-9E40-E48822FB1A83}" type="parTrans" cxnId="{36D5DEF8-37D8-40EB-86A7-12F08717EA0E}">
      <dgm:prSet/>
      <dgm:spPr/>
      <dgm:t>
        <a:bodyPr/>
        <a:lstStyle/>
        <a:p>
          <a:endParaRPr lang="en-US"/>
        </a:p>
      </dgm:t>
    </dgm:pt>
    <dgm:pt modelId="{D31283DD-0CD5-403D-B076-440065CF33FC}" type="sibTrans" cxnId="{36D5DEF8-37D8-40EB-86A7-12F08717EA0E}">
      <dgm:prSet/>
      <dgm:spPr/>
      <dgm:t>
        <a:bodyPr/>
        <a:lstStyle/>
        <a:p>
          <a:endParaRPr lang="en-US"/>
        </a:p>
      </dgm:t>
    </dgm:pt>
    <dgm:pt modelId="{B158F187-A293-4EC2-904C-B4512652072E}">
      <dgm:prSet/>
      <dgm:spPr/>
      <dgm:t>
        <a:bodyPr/>
        <a:lstStyle/>
        <a:p>
          <a:pPr rtl="0"/>
          <a:r>
            <a:rPr lang="en-US" dirty="0" err="1" smtClean="0"/>
            <a:t>Neg</a:t>
          </a:r>
          <a:endParaRPr lang="en-US" dirty="0"/>
        </a:p>
      </dgm:t>
    </dgm:pt>
    <dgm:pt modelId="{0A30AF22-B856-470E-968A-B7DE93ED4C7A}" type="parTrans" cxnId="{1730691F-3231-4160-A4AC-555EC7E554E9}">
      <dgm:prSet/>
      <dgm:spPr/>
      <dgm:t>
        <a:bodyPr/>
        <a:lstStyle/>
        <a:p>
          <a:endParaRPr lang="en-US"/>
        </a:p>
      </dgm:t>
    </dgm:pt>
    <dgm:pt modelId="{9E8DDB70-C886-4F3B-A315-3A6BE0F80DD5}" type="sibTrans" cxnId="{1730691F-3231-4160-A4AC-555EC7E554E9}">
      <dgm:prSet/>
      <dgm:spPr/>
      <dgm:t>
        <a:bodyPr/>
        <a:lstStyle/>
        <a:p>
          <a:endParaRPr lang="en-US"/>
        </a:p>
      </dgm:t>
    </dgm:pt>
    <dgm:pt modelId="{73A6F4AC-8D60-490E-98AF-4CA70475273A}">
      <dgm:prSet/>
      <dgm:spPr/>
      <dgm:t>
        <a:bodyPr/>
        <a:lstStyle/>
        <a:p>
          <a:pPr rtl="0"/>
          <a:r>
            <a:rPr lang="en-US" dirty="0" smtClean="0"/>
            <a:t>Distance</a:t>
          </a:r>
          <a:endParaRPr lang="en-US" dirty="0"/>
        </a:p>
      </dgm:t>
    </dgm:pt>
    <dgm:pt modelId="{EBBD62C0-D641-4248-A410-34465F36B59D}" type="parTrans" cxnId="{3EB3EBC0-2EBE-423C-BD42-792649E233E9}">
      <dgm:prSet/>
      <dgm:spPr/>
      <dgm:t>
        <a:bodyPr/>
        <a:lstStyle/>
        <a:p>
          <a:endParaRPr lang="en-US"/>
        </a:p>
      </dgm:t>
    </dgm:pt>
    <dgm:pt modelId="{1E7BE738-0574-42E3-BB50-BACBF31846EE}" type="sibTrans" cxnId="{3EB3EBC0-2EBE-423C-BD42-792649E233E9}">
      <dgm:prSet/>
      <dgm:spPr/>
      <dgm:t>
        <a:bodyPr/>
        <a:lstStyle/>
        <a:p>
          <a:endParaRPr lang="en-US"/>
        </a:p>
      </dgm:t>
    </dgm:pt>
    <dgm:pt modelId="{95C826F9-6046-4DAA-AF31-1FC30FEE9834}" type="pres">
      <dgm:prSet presAssocID="{A1CEBA3D-C051-4213-8C5B-CD08E6E6B5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E2A5AE-EEC0-429B-9B4F-22A5FCDE18B4}" type="pres">
      <dgm:prSet presAssocID="{46A44E27-858C-44F8-9B96-661F64F2934A}" presName="root1" presStyleCnt="0"/>
      <dgm:spPr/>
    </dgm:pt>
    <dgm:pt modelId="{F40363EF-3CF8-4739-9480-153D2693502A}" type="pres">
      <dgm:prSet presAssocID="{46A44E27-858C-44F8-9B96-661F64F2934A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D2C07C-0DA8-41D2-8BDC-D6467CDBF2CD}" type="pres">
      <dgm:prSet presAssocID="{46A44E27-858C-44F8-9B96-661F64F2934A}" presName="level2hierChild" presStyleCnt="0"/>
      <dgm:spPr/>
    </dgm:pt>
    <dgm:pt modelId="{A4BFD122-0563-4FF3-B7CA-3143FED632A2}" type="pres">
      <dgm:prSet presAssocID="{00677CFE-F89E-4CED-9E40-E48822FB1A8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DBF93844-1343-46A9-B1A1-88E784789592}" type="pres">
      <dgm:prSet presAssocID="{00677CFE-F89E-4CED-9E40-E48822FB1A8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024D3CD-EA6F-46EA-BB2C-B27D100B181B}" type="pres">
      <dgm:prSet presAssocID="{6D6ECC91-EE9B-4D6F-85DE-29C32A4733DE}" presName="root2" presStyleCnt="0"/>
      <dgm:spPr/>
    </dgm:pt>
    <dgm:pt modelId="{4A9E4963-9860-4A9C-AF36-71BD56E9E36B}" type="pres">
      <dgm:prSet presAssocID="{6D6ECC91-EE9B-4D6F-85DE-29C32A4733DE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CC885E-4BEA-4310-9F43-CA569FE876A9}" type="pres">
      <dgm:prSet presAssocID="{6D6ECC91-EE9B-4D6F-85DE-29C32A4733DE}" presName="level3hierChild" presStyleCnt="0"/>
      <dgm:spPr/>
    </dgm:pt>
    <dgm:pt modelId="{419BE4BC-88AD-43F6-83B0-F0377AB0C97D}" type="pres">
      <dgm:prSet presAssocID="{0A30AF22-B856-470E-968A-B7DE93ED4C7A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703BA8C6-C813-4F57-893B-5BC338CC4B22}" type="pres">
      <dgm:prSet presAssocID="{0A30AF22-B856-470E-968A-B7DE93ED4C7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6773A670-C8BC-406B-9EAE-BA790B1C95A8}" type="pres">
      <dgm:prSet presAssocID="{B158F187-A293-4EC2-904C-B4512652072E}" presName="root2" presStyleCnt="0"/>
      <dgm:spPr/>
    </dgm:pt>
    <dgm:pt modelId="{3F820824-03EC-4948-8B66-6323B9672D98}" type="pres">
      <dgm:prSet presAssocID="{B158F187-A293-4EC2-904C-B4512652072E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DD22F4-4FAF-4B7A-9378-2ABC0729C665}" type="pres">
      <dgm:prSet presAssocID="{B158F187-A293-4EC2-904C-B4512652072E}" presName="level3hierChild" presStyleCnt="0"/>
      <dgm:spPr/>
    </dgm:pt>
    <dgm:pt modelId="{4AD2B51B-3D1B-4860-BB59-09E36996C986}" type="pres">
      <dgm:prSet presAssocID="{EBBD62C0-D641-4248-A410-34465F36B59D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78447645-E212-4040-87B4-477E80374EF1}" type="pres">
      <dgm:prSet presAssocID="{EBBD62C0-D641-4248-A410-34465F36B59D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C3FA7C7-82CB-42FE-96DE-0F494EBCA1D1}" type="pres">
      <dgm:prSet presAssocID="{73A6F4AC-8D60-490E-98AF-4CA70475273A}" presName="root2" presStyleCnt="0"/>
      <dgm:spPr/>
    </dgm:pt>
    <dgm:pt modelId="{BF80DEA2-1D1F-4631-A527-A483F9A58F56}" type="pres">
      <dgm:prSet presAssocID="{73A6F4AC-8D60-490E-98AF-4CA70475273A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90DDD-F7AF-4E99-BE15-AB2D3FA96ABC}" type="pres">
      <dgm:prSet presAssocID="{73A6F4AC-8D60-490E-98AF-4CA70475273A}" presName="level3hierChild" presStyleCnt="0"/>
      <dgm:spPr/>
    </dgm:pt>
  </dgm:ptLst>
  <dgm:cxnLst>
    <dgm:cxn modelId="{5C2F7342-69C4-4556-AF26-BF2532543E33}" type="presOf" srcId="{46A44E27-858C-44F8-9B96-661F64F2934A}" destId="{F40363EF-3CF8-4739-9480-153D2693502A}" srcOrd="0" destOrd="0" presId="urn:microsoft.com/office/officeart/2005/8/layout/hierarchy2"/>
    <dgm:cxn modelId="{F3CF3A39-300B-418B-9354-5DC40D93ACBC}" type="presOf" srcId="{B158F187-A293-4EC2-904C-B4512652072E}" destId="{3F820824-03EC-4948-8B66-6323B9672D98}" srcOrd="0" destOrd="0" presId="urn:microsoft.com/office/officeart/2005/8/layout/hierarchy2"/>
    <dgm:cxn modelId="{A8104577-30EA-4F70-B680-EDBBCC77BF10}" type="presOf" srcId="{00677CFE-F89E-4CED-9E40-E48822FB1A83}" destId="{DBF93844-1343-46A9-B1A1-88E784789592}" srcOrd="1" destOrd="0" presId="urn:microsoft.com/office/officeart/2005/8/layout/hierarchy2"/>
    <dgm:cxn modelId="{2E8803F6-A52C-45CB-8E5A-A799BC35EDFA}" type="presOf" srcId="{A1CEBA3D-C051-4213-8C5B-CD08E6E6B554}" destId="{95C826F9-6046-4DAA-AF31-1FC30FEE9834}" srcOrd="0" destOrd="0" presId="urn:microsoft.com/office/officeart/2005/8/layout/hierarchy2"/>
    <dgm:cxn modelId="{FD95C6CB-885F-4FA0-ABD0-A198D6210169}" type="presOf" srcId="{00677CFE-F89E-4CED-9E40-E48822FB1A83}" destId="{A4BFD122-0563-4FF3-B7CA-3143FED632A2}" srcOrd="0" destOrd="0" presId="urn:microsoft.com/office/officeart/2005/8/layout/hierarchy2"/>
    <dgm:cxn modelId="{1730691F-3231-4160-A4AC-555EC7E554E9}" srcId="{46A44E27-858C-44F8-9B96-661F64F2934A}" destId="{B158F187-A293-4EC2-904C-B4512652072E}" srcOrd="1" destOrd="0" parTransId="{0A30AF22-B856-470E-968A-B7DE93ED4C7A}" sibTransId="{9E8DDB70-C886-4F3B-A315-3A6BE0F80DD5}"/>
    <dgm:cxn modelId="{018ECBDA-C0B0-4437-A010-62180754238B}" type="presOf" srcId="{73A6F4AC-8D60-490E-98AF-4CA70475273A}" destId="{BF80DEA2-1D1F-4631-A527-A483F9A58F56}" srcOrd="0" destOrd="0" presId="urn:microsoft.com/office/officeart/2005/8/layout/hierarchy2"/>
    <dgm:cxn modelId="{8F9C7B37-7D95-43C5-8545-2855CF10415B}" type="presOf" srcId="{6D6ECC91-EE9B-4D6F-85DE-29C32A4733DE}" destId="{4A9E4963-9860-4A9C-AF36-71BD56E9E36B}" srcOrd="0" destOrd="0" presId="urn:microsoft.com/office/officeart/2005/8/layout/hierarchy2"/>
    <dgm:cxn modelId="{2E41185E-DDC3-448E-81DB-B151C1AEF356}" srcId="{A1CEBA3D-C051-4213-8C5B-CD08E6E6B554}" destId="{46A44E27-858C-44F8-9B96-661F64F2934A}" srcOrd="0" destOrd="0" parTransId="{B8AA2041-5538-4237-91EC-553742916C78}" sibTransId="{B41518A8-A2B2-4709-8391-C00674CABCD4}"/>
    <dgm:cxn modelId="{8A92617F-F23F-45F6-85C8-22DA8C3DBD7D}" type="presOf" srcId="{EBBD62C0-D641-4248-A410-34465F36B59D}" destId="{78447645-E212-4040-87B4-477E80374EF1}" srcOrd="1" destOrd="0" presId="urn:microsoft.com/office/officeart/2005/8/layout/hierarchy2"/>
    <dgm:cxn modelId="{FCE0534B-4056-496E-B610-9CF4F876DC0B}" type="presOf" srcId="{EBBD62C0-D641-4248-A410-34465F36B59D}" destId="{4AD2B51B-3D1B-4860-BB59-09E36996C986}" srcOrd="0" destOrd="0" presId="urn:microsoft.com/office/officeart/2005/8/layout/hierarchy2"/>
    <dgm:cxn modelId="{31D01C8F-BA85-4B3A-AC26-BA6DEB45BDB1}" type="presOf" srcId="{0A30AF22-B856-470E-968A-B7DE93ED4C7A}" destId="{703BA8C6-C813-4F57-893B-5BC338CC4B22}" srcOrd="1" destOrd="0" presId="urn:microsoft.com/office/officeart/2005/8/layout/hierarchy2"/>
    <dgm:cxn modelId="{36D5DEF8-37D8-40EB-86A7-12F08717EA0E}" srcId="{46A44E27-858C-44F8-9B96-661F64F2934A}" destId="{6D6ECC91-EE9B-4D6F-85DE-29C32A4733DE}" srcOrd="0" destOrd="0" parTransId="{00677CFE-F89E-4CED-9E40-E48822FB1A83}" sibTransId="{D31283DD-0CD5-403D-B076-440065CF33FC}"/>
    <dgm:cxn modelId="{3EB3EBC0-2EBE-423C-BD42-792649E233E9}" srcId="{46A44E27-858C-44F8-9B96-661F64F2934A}" destId="{73A6F4AC-8D60-490E-98AF-4CA70475273A}" srcOrd="2" destOrd="0" parTransId="{EBBD62C0-D641-4248-A410-34465F36B59D}" sibTransId="{1E7BE738-0574-42E3-BB50-BACBF31846EE}"/>
    <dgm:cxn modelId="{AE6136B1-0705-4276-8BCB-92952B85C4F3}" type="presOf" srcId="{0A30AF22-B856-470E-968A-B7DE93ED4C7A}" destId="{419BE4BC-88AD-43F6-83B0-F0377AB0C97D}" srcOrd="0" destOrd="0" presId="urn:microsoft.com/office/officeart/2005/8/layout/hierarchy2"/>
    <dgm:cxn modelId="{8811DABC-17E8-43C9-82E2-BD36ADB3763F}" type="presParOf" srcId="{95C826F9-6046-4DAA-AF31-1FC30FEE9834}" destId="{8AE2A5AE-EEC0-429B-9B4F-22A5FCDE18B4}" srcOrd="0" destOrd="0" presId="urn:microsoft.com/office/officeart/2005/8/layout/hierarchy2"/>
    <dgm:cxn modelId="{B2E7D535-71D9-4DED-B142-7BB3EB8A5119}" type="presParOf" srcId="{8AE2A5AE-EEC0-429B-9B4F-22A5FCDE18B4}" destId="{F40363EF-3CF8-4739-9480-153D2693502A}" srcOrd="0" destOrd="0" presId="urn:microsoft.com/office/officeart/2005/8/layout/hierarchy2"/>
    <dgm:cxn modelId="{EBFCD0F6-8AB0-48AB-AA14-658C0340BA5E}" type="presParOf" srcId="{8AE2A5AE-EEC0-429B-9B4F-22A5FCDE18B4}" destId="{8AD2C07C-0DA8-41D2-8BDC-D6467CDBF2CD}" srcOrd="1" destOrd="0" presId="urn:microsoft.com/office/officeart/2005/8/layout/hierarchy2"/>
    <dgm:cxn modelId="{4A433717-DCB4-4224-A3FC-32D3C12FF00B}" type="presParOf" srcId="{8AD2C07C-0DA8-41D2-8BDC-D6467CDBF2CD}" destId="{A4BFD122-0563-4FF3-B7CA-3143FED632A2}" srcOrd="0" destOrd="0" presId="urn:microsoft.com/office/officeart/2005/8/layout/hierarchy2"/>
    <dgm:cxn modelId="{19C3CA86-722B-4F78-AEBF-466F7ACB1FD3}" type="presParOf" srcId="{A4BFD122-0563-4FF3-B7CA-3143FED632A2}" destId="{DBF93844-1343-46A9-B1A1-88E784789592}" srcOrd="0" destOrd="0" presId="urn:microsoft.com/office/officeart/2005/8/layout/hierarchy2"/>
    <dgm:cxn modelId="{9E1E2ECD-53C6-4D4D-8EDC-C08D60A531DC}" type="presParOf" srcId="{8AD2C07C-0DA8-41D2-8BDC-D6467CDBF2CD}" destId="{7024D3CD-EA6F-46EA-BB2C-B27D100B181B}" srcOrd="1" destOrd="0" presId="urn:microsoft.com/office/officeart/2005/8/layout/hierarchy2"/>
    <dgm:cxn modelId="{EB489AD6-EF88-44B2-8B80-4A1B18768764}" type="presParOf" srcId="{7024D3CD-EA6F-46EA-BB2C-B27D100B181B}" destId="{4A9E4963-9860-4A9C-AF36-71BD56E9E36B}" srcOrd="0" destOrd="0" presId="urn:microsoft.com/office/officeart/2005/8/layout/hierarchy2"/>
    <dgm:cxn modelId="{504ED5DB-AEAF-4D00-826B-BAACA0807968}" type="presParOf" srcId="{7024D3CD-EA6F-46EA-BB2C-B27D100B181B}" destId="{9ECC885E-4BEA-4310-9F43-CA569FE876A9}" srcOrd="1" destOrd="0" presId="urn:microsoft.com/office/officeart/2005/8/layout/hierarchy2"/>
    <dgm:cxn modelId="{71E8EB1E-516A-4512-8137-2FEB9806CA23}" type="presParOf" srcId="{8AD2C07C-0DA8-41D2-8BDC-D6467CDBF2CD}" destId="{419BE4BC-88AD-43F6-83B0-F0377AB0C97D}" srcOrd="2" destOrd="0" presId="urn:microsoft.com/office/officeart/2005/8/layout/hierarchy2"/>
    <dgm:cxn modelId="{434D1D37-600A-4C3F-8D19-808AC196F09C}" type="presParOf" srcId="{419BE4BC-88AD-43F6-83B0-F0377AB0C97D}" destId="{703BA8C6-C813-4F57-893B-5BC338CC4B22}" srcOrd="0" destOrd="0" presId="urn:microsoft.com/office/officeart/2005/8/layout/hierarchy2"/>
    <dgm:cxn modelId="{F5506980-E228-4CC1-B1E1-476B380F831D}" type="presParOf" srcId="{8AD2C07C-0DA8-41D2-8BDC-D6467CDBF2CD}" destId="{6773A670-C8BC-406B-9EAE-BA790B1C95A8}" srcOrd="3" destOrd="0" presId="urn:microsoft.com/office/officeart/2005/8/layout/hierarchy2"/>
    <dgm:cxn modelId="{5B7AFDE7-FCF2-45E7-AAD2-4A6FA3ECE8CB}" type="presParOf" srcId="{6773A670-C8BC-406B-9EAE-BA790B1C95A8}" destId="{3F820824-03EC-4948-8B66-6323B9672D98}" srcOrd="0" destOrd="0" presId="urn:microsoft.com/office/officeart/2005/8/layout/hierarchy2"/>
    <dgm:cxn modelId="{38870DB4-DA5F-4A51-9C3F-DC10BA6F5D81}" type="presParOf" srcId="{6773A670-C8BC-406B-9EAE-BA790B1C95A8}" destId="{46DD22F4-4FAF-4B7A-9378-2ABC0729C665}" srcOrd="1" destOrd="0" presId="urn:microsoft.com/office/officeart/2005/8/layout/hierarchy2"/>
    <dgm:cxn modelId="{5A5AB54A-03CF-4528-9C76-A9E5ABD0741C}" type="presParOf" srcId="{8AD2C07C-0DA8-41D2-8BDC-D6467CDBF2CD}" destId="{4AD2B51B-3D1B-4860-BB59-09E36996C986}" srcOrd="4" destOrd="0" presId="urn:microsoft.com/office/officeart/2005/8/layout/hierarchy2"/>
    <dgm:cxn modelId="{DDE0D131-142F-455B-9AE3-20D267B18D1F}" type="presParOf" srcId="{4AD2B51B-3D1B-4860-BB59-09E36996C986}" destId="{78447645-E212-4040-87B4-477E80374EF1}" srcOrd="0" destOrd="0" presId="urn:microsoft.com/office/officeart/2005/8/layout/hierarchy2"/>
    <dgm:cxn modelId="{2D3F454F-FEBE-4475-BD2D-7C5CA93F2309}" type="presParOf" srcId="{8AD2C07C-0DA8-41D2-8BDC-D6467CDBF2CD}" destId="{4C3FA7C7-82CB-42FE-96DE-0F494EBCA1D1}" srcOrd="5" destOrd="0" presId="urn:microsoft.com/office/officeart/2005/8/layout/hierarchy2"/>
    <dgm:cxn modelId="{2C8EDD0D-99D8-44A9-82F0-0FE9C58A898D}" type="presParOf" srcId="{4C3FA7C7-82CB-42FE-96DE-0F494EBCA1D1}" destId="{BF80DEA2-1D1F-4631-A527-A483F9A58F56}" srcOrd="0" destOrd="0" presId="urn:microsoft.com/office/officeart/2005/8/layout/hierarchy2"/>
    <dgm:cxn modelId="{A14B2949-FC7A-41A5-A2B7-895AA089EDB6}" type="presParOf" srcId="{4C3FA7C7-82CB-42FE-96DE-0F494EBCA1D1}" destId="{90B90DDD-F7AF-4E99-BE15-AB2D3FA96ABC}" srcOrd="1" destOrd="0" presId="urn:microsoft.com/office/officeart/2005/8/layout/hierarchy2"/>
  </dgm:cxnLst>
  <dgm:bg/>
  <dgm:whole/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1CEBA3D-C051-4213-8C5B-CD08E6E6B554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6ECC91-EE9B-4D6F-85DE-29C32A4733DE}">
      <dgm:prSet/>
      <dgm:spPr/>
      <dgm:t>
        <a:bodyPr/>
        <a:lstStyle/>
        <a:p>
          <a:pPr rtl="0"/>
          <a:r>
            <a:rPr lang="en-US" dirty="0" smtClean="0"/>
            <a:t>1. Random protein pair not  present in  PPI</a:t>
          </a:r>
          <a:endParaRPr lang="en-US" dirty="0"/>
        </a:p>
      </dgm:t>
    </dgm:pt>
    <dgm:pt modelId="{00677CFE-F89E-4CED-9E40-E48822FB1A83}" type="parTrans" cxnId="{36D5DEF8-37D8-40EB-86A7-12F08717EA0E}">
      <dgm:prSet/>
      <dgm:spPr/>
      <dgm:t>
        <a:bodyPr/>
        <a:lstStyle/>
        <a:p>
          <a:endParaRPr lang="en-US"/>
        </a:p>
      </dgm:t>
    </dgm:pt>
    <dgm:pt modelId="{D31283DD-0CD5-403D-B076-440065CF33FC}" type="sibTrans" cxnId="{36D5DEF8-37D8-40EB-86A7-12F08717EA0E}">
      <dgm:prSet/>
      <dgm:spPr/>
      <dgm:t>
        <a:bodyPr/>
        <a:lstStyle/>
        <a:p>
          <a:endParaRPr lang="en-US"/>
        </a:p>
      </dgm:t>
    </dgm:pt>
    <dgm:pt modelId="{B158F187-A293-4EC2-904C-B4512652072E}">
      <dgm:prSet/>
      <dgm:spPr/>
      <dgm:t>
        <a:bodyPr/>
        <a:lstStyle/>
        <a:p>
          <a:pPr rtl="0"/>
          <a:r>
            <a:rPr lang="en-US" dirty="0" smtClean="0"/>
            <a:t>2. Protein pair with different </a:t>
          </a:r>
          <a:r>
            <a:rPr lang="en-US" dirty="0" err="1" smtClean="0"/>
            <a:t>subcellular</a:t>
          </a:r>
          <a:r>
            <a:rPr lang="en-US" dirty="0" smtClean="0"/>
            <a:t> locations</a:t>
          </a:r>
          <a:endParaRPr lang="en-US" dirty="0"/>
        </a:p>
      </dgm:t>
    </dgm:pt>
    <dgm:pt modelId="{0A30AF22-B856-470E-968A-B7DE93ED4C7A}" type="parTrans" cxnId="{1730691F-3231-4160-A4AC-555EC7E554E9}">
      <dgm:prSet/>
      <dgm:spPr/>
      <dgm:t>
        <a:bodyPr/>
        <a:lstStyle/>
        <a:p>
          <a:endParaRPr lang="en-US"/>
        </a:p>
      </dgm:t>
    </dgm:pt>
    <dgm:pt modelId="{9E8DDB70-C886-4F3B-A315-3A6BE0F80DD5}" type="sibTrans" cxnId="{1730691F-3231-4160-A4AC-555EC7E554E9}">
      <dgm:prSet/>
      <dgm:spPr/>
      <dgm:t>
        <a:bodyPr/>
        <a:lstStyle/>
        <a:p>
          <a:endParaRPr lang="en-US"/>
        </a:p>
      </dgm:t>
    </dgm:pt>
    <dgm:pt modelId="{73A6F4AC-8D60-490E-98AF-4CA70475273A}">
      <dgm:prSet/>
      <dgm:spPr/>
      <dgm:t>
        <a:bodyPr/>
        <a:lstStyle/>
        <a:p>
          <a:pPr rtl="0"/>
          <a:r>
            <a:rPr lang="en-US" dirty="0" smtClean="0"/>
            <a:t>3. </a:t>
          </a:r>
          <a:r>
            <a:rPr lang="en-US" dirty="0" err="1" smtClean="0"/>
            <a:t>Atleast</a:t>
          </a:r>
          <a:r>
            <a:rPr lang="en-US" dirty="0" smtClean="0"/>
            <a:t> 3-hop path between protein pair in PPI graph</a:t>
          </a:r>
          <a:endParaRPr lang="en-US" dirty="0"/>
        </a:p>
      </dgm:t>
    </dgm:pt>
    <dgm:pt modelId="{EBBD62C0-D641-4248-A410-34465F36B59D}" type="parTrans" cxnId="{3EB3EBC0-2EBE-423C-BD42-792649E233E9}">
      <dgm:prSet/>
      <dgm:spPr/>
      <dgm:t>
        <a:bodyPr/>
        <a:lstStyle/>
        <a:p>
          <a:endParaRPr lang="en-US"/>
        </a:p>
      </dgm:t>
    </dgm:pt>
    <dgm:pt modelId="{1E7BE738-0574-42E3-BB50-BACBF31846EE}" type="sibTrans" cxnId="{3EB3EBC0-2EBE-423C-BD42-792649E233E9}">
      <dgm:prSet/>
      <dgm:spPr/>
      <dgm:t>
        <a:bodyPr/>
        <a:lstStyle/>
        <a:p>
          <a:endParaRPr lang="en-US"/>
        </a:p>
      </dgm:t>
    </dgm:pt>
    <dgm:pt modelId="{46A44E27-858C-44F8-9B96-661F64F2934A}">
      <dgm:prSet custT="1"/>
      <dgm:spPr>
        <a:solidFill>
          <a:srgbClr val="CA6A68"/>
        </a:solidFill>
      </dgm:spPr>
      <dgm:t>
        <a:bodyPr/>
        <a:lstStyle/>
        <a:p>
          <a:pPr rtl="0"/>
          <a:r>
            <a:rPr lang="en-US" sz="2000" dirty="0" smtClean="0"/>
            <a:t>Non-interaction Data</a:t>
          </a:r>
          <a:endParaRPr lang="en-US" sz="2000" dirty="0"/>
        </a:p>
      </dgm:t>
    </dgm:pt>
    <dgm:pt modelId="{B41518A8-A2B2-4709-8391-C00674CABCD4}" type="sibTrans" cxnId="{2E41185E-DDC3-448E-81DB-B151C1AEF356}">
      <dgm:prSet/>
      <dgm:spPr/>
      <dgm:t>
        <a:bodyPr/>
        <a:lstStyle/>
        <a:p>
          <a:endParaRPr lang="en-US"/>
        </a:p>
      </dgm:t>
    </dgm:pt>
    <dgm:pt modelId="{B8AA2041-5538-4237-91EC-553742916C78}" type="parTrans" cxnId="{2E41185E-DDC3-448E-81DB-B151C1AEF356}">
      <dgm:prSet/>
      <dgm:spPr/>
      <dgm:t>
        <a:bodyPr/>
        <a:lstStyle/>
        <a:p>
          <a:endParaRPr lang="en-US"/>
        </a:p>
      </dgm:t>
    </dgm:pt>
    <dgm:pt modelId="{95C826F9-6046-4DAA-AF31-1FC30FEE9834}" type="pres">
      <dgm:prSet presAssocID="{A1CEBA3D-C051-4213-8C5B-CD08E6E6B5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E2A5AE-EEC0-429B-9B4F-22A5FCDE18B4}" type="pres">
      <dgm:prSet presAssocID="{46A44E27-858C-44F8-9B96-661F64F2934A}" presName="root1" presStyleCnt="0"/>
      <dgm:spPr/>
    </dgm:pt>
    <dgm:pt modelId="{F40363EF-3CF8-4739-9480-153D2693502A}" type="pres">
      <dgm:prSet presAssocID="{46A44E27-858C-44F8-9B96-661F64F2934A}" presName="LevelOneTextNode" presStyleLbl="node0" presStyleIdx="0" presStyleCnt="1" custScaleX="131900" custScaleY="108139" custLinFactNeighborX="-17414" custLinFactNeighborY="20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D2C07C-0DA8-41D2-8BDC-D6467CDBF2CD}" type="pres">
      <dgm:prSet presAssocID="{46A44E27-858C-44F8-9B96-661F64F2934A}" presName="level2hierChild" presStyleCnt="0"/>
      <dgm:spPr/>
    </dgm:pt>
    <dgm:pt modelId="{A4BFD122-0563-4FF3-B7CA-3143FED632A2}" type="pres">
      <dgm:prSet presAssocID="{00677CFE-F89E-4CED-9E40-E48822FB1A8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DBF93844-1343-46A9-B1A1-88E784789592}" type="pres">
      <dgm:prSet presAssocID="{00677CFE-F89E-4CED-9E40-E48822FB1A8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024D3CD-EA6F-46EA-BB2C-B27D100B181B}" type="pres">
      <dgm:prSet presAssocID="{6D6ECC91-EE9B-4D6F-85DE-29C32A4733DE}" presName="root2" presStyleCnt="0"/>
      <dgm:spPr/>
    </dgm:pt>
    <dgm:pt modelId="{4A9E4963-9860-4A9C-AF36-71BD56E9E36B}" type="pres">
      <dgm:prSet presAssocID="{6D6ECC91-EE9B-4D6F-85DE-29C32A4733DE}" presName="LevelTwoTextNode" presStyleLbl="node2" presStyleIdx="0" presStyleCnt="3" custScaleX="1245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CC885E-4BEA-4310-9F43-CA569FE876A9}" type="pres">
      <dgm:prSet presAssocID="{6D6ECC91-EE9B-4D6F-85DE-29C32A4733DE}" presName="level3hierChild" presStyleCnt="0"/>
      <dgm:spPr/>
    </dgm:pt>
    <dgm:pt modelId="{419BE4BC-88AD-43F6-83B0-F0377AB0C97D}" type="pres">
      <dgm:prSet presAssocID="{0A30AF22-B856-470E-968A-B7DE93ED4C7A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703BA8C6-C813-4F57-893B-5BC338CC4B22}" type="pres">
      <dgm:prSet presAssocID="{0A30AF22-B856-470E-968A-B7DE93ED4C7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6773A670-C8BC-406B-9EAE-BA790B1C95A8}" type="pres">
      <dgm:prSet presAssocID="{B158F187-A293-4EC2-904C-B4512652072E}" presName="root2" presStyleCnt="0"/>
      <dgm:spPr/>
    </dgm:pt>
    <dgm:pt modelId="{3F820824-03EC-4948-8B66-6323B9672D98}" type="pres">
      <dgm:prSet presAssocID="{B158F187-A293-4EC2-904C-B4512652072E}" presName="LevelTwoTextNode" presStyleLbl="node2" presStyleIdx="1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DD22F4-4FAF-4B7A-9378-2ABC0729C665}" type="pres">
      <dgm:prSet presAssocID="{B158F187-A293-4EC2-904C-B4512652072E}" presName="level3hierChild" presStyleCnt="0"/>
      <dgm:spPr/>
    </dgm:pt>
    <dgm:pt modelId="{4AD2B51B-3D1B-4860-BB59-09E36996C986}" type="pres">
      <dgm:prSet presAssocID="{EBBD62C0-D641-4248-A410-34465F36B59D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78447645-E212-4040-87B4-477E80374EF1}" type="pres">
      <dgm:prSet presAssocID="{EBBD62C0-D641-4248-A410-34465F36B59D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C3FA7C7-82CB-42FE-96DE-0F494EBCA1D1}" type="pres">
      <dgm:prSet presAssocID="{73A6F4AC-8D60-490E-98AF-4CA70475273A}" presName="root2" presStyleCnt="0"/>
      <dgm:spPr/>
    </dgm:pt>
    <dgm:pt modelId="{BF80DEA2-1D1F-4631-A527-A483F9A58F56}" type="pres">
      <dgm:prSet presAssocID="{73A6F4AC-8D60-490E-98AF-4CA70475273A}" presName="LevelTwoTextNode" presStyleLbl="node2" presStyleIdx="2" presStyleCnt="3" custScaleX="12454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B90DDD-F7AF-4E99-BE15-AB2D3FA96ABC}" type="pres">
      <dgm:prSet presAssocID="{73A6F4AC-8D60-490E-98AF-4CA70475273A}" presName="level3hierChild" presStyleCnt="0"/>
      <dgm:spPr/>
    </dgm:pt>
  </dgm:ptLst>
  <dgm:cxnLst>
    <dgm:cxn modelId="{6FFEC08D-E230-4CBF-9228-480B46EC53D4}" type="presOf" srcId="{A1CEBA3D-C051-4213-8C5B-CD08E6E6B554}" destId="{95C826F9-6046-4DAA-AF31-1FC30FEE9834}" srcOrd="0" destOrd="0" presId="urn:microsoft.com/office/officeart/2005/8/layout/hierarchy2"/>
    <dgm:cxn modelId="{D17F7B4C-B96B-4D35-9D05-83FE0A090F95}" type="presOf" srcId="{0A30AF22-B856-470E-968A-B7DE93ED4C7A}" destId="{419BE4BC-88AD-43F6-83B0-F0377AB0C97D}" srcOrd="0" destOrd="0" presId="urn:microsoft.com/office/officeart/2005/8/layout/hierarchy2"/>
    <dgm:cxn modelId="{16DCF39A-C78B-416A-B0C7-C60F7AD66D04}" type="presOf" srcId="{00677CFE-F89E-4CED-9E40-E48822FB1A83}" destId="{DBF93844-1343-46A9-B1A1-88E784789592}" srcOrd="1" destOrd="0" presId="urn:microsoft.com/office/officeart/2005/8/layout/hierarchy2"/>
    <dgm:cxn modelId="{1730691F-3231-4160-A4AC-555EC7E554E9}" srcId="{46A44E27-858C-44F8-9B96-661F64F2934A}" destId="{B158F187-A293-4EC2-904C-B4512652072E}" srcOrd="1" destOrd="0" parTransId="{0A30AF22-B856-470E-968A-B7DE93ED4C7A}" sibTransId="{9E8DDB70-C886-4F3B-A315-3A6BE0F80DD5}"/>
    <dgm:cxn modelId="{96FC7B33-2BFA-4544-A833-E2EC40864E26}" type="presOf" srcId="{46A44E27-858C-44F8-9B96-661F64F2934A}" destId="{F40363EF-3CF8-4739-9480-153D2693502A}" srcOrd="0" destOrd="0" presId="urn:microsoft.com/office/officeart/2005/8/layout/hierarchy2"/>
    <dgm:cxn modelId="{22533FE4-F069-4185-A92C-1FA815BE118B}" type="presOf" srcId="{6D6ECC91-EE9B-4D6F-85DE-29C32A4733DE}" destId="{4A9E4963-9860-4A9C-AF36-71BD56E9E36B}" srcOrd="0" destOrd="0" presId="urn:microsoft.com/office/officeart/2005/8/layout/hierarchy2"/>
    <dgm:cxn modelId="{2E41185E-DDC3-448E-81DB-B151C1AEF356}" srcId="{A1CEBA3D-C051-4213-8C5B-CD08E6E6B554}" destId="{46A44E27-858C-44F8-9B96-661F64F2934A}" srcOrd="0" destOrd="0" parTransId="{B8AA2041-5538-4237-91EC-553742916C78}" sibTransId="{B41518A8-A2B2-4709-8391-C00674CABCD4}"/>
    <dgm:cxn modelId="{95393F58-1A1A-4B9C-8918-60415FEC22EE}" type="presOf" srcId="{B158F187-A293-4EC2-904C-B4512652072E}" destId="{3F820824-03EC-4948-8B66-6323B9672D98}" srcOrd="0" destOrd="0" presId="urn:microsoft.com/office/officeart/2005/8/layout/hierarchy2"/>
    <dgm:cxn modelId="{80149E13-607F-4C57-9163-8F19445D8A65}" type="presOf" srcId="{EBBD62C0-D641-4248-A410-34465F36B59D}" destId="{4AD2B51B-3D1B-4860-BB59-09E36996C986}" srcOrd="0" destOrd="0" presId="urn:microsoft.com/office/officeart/2005/8/layout/hierarchy2"/>
    <dgm:cxn modelId="{CDE69D66-28C8-4CF2-9001-98D93370002A}" type="presOf" srcId="{00677CFE-F89E-4CED-9E40-E48822FB1A83}" destId="{A4BFD122-0563-4FF3-B7CA-3143FED632A2}" srcOrd="0" destOrd="0" presId="urn:microsoft.com/office/officeart/2005/8/layout/hierarchy2"/>
    <dgm:cxn modelId="{36D5DEF8-37D8-40EB-86A7-12F08717EA0E}" srcId="{46A44E27-858C-44F8-9B96-661F64F2934A}" destId="{6D6ECC91-EE9B-4D6F-85DE-29C32A4733DE}" srcOrd="0" destOrd="0" parTransId="{00677CFE-F89E-4CED-9E40-E48822FB1A83}" sibTransId="{D31283DD-0CD5-403D-B076-440065CF33FC}"/>
    <dgm:cxn modelId="{3EB3EBC0-2EBE-423C-BD42-792649E233E9}" srcId="{46A44E27-858C-44F8-9B96-661F64F2934A}" destId="{73A6F4AC-8D60-490E-98AF-4CA70475273A}" srcOrd="2" destOrd="0" parTransId="{EBBD62C0-D641-4248-A410-34465F36B59D}" sibTransId="{1E7BE738-0574-42E3-BB50-BACBF31846EE}"/>
    <dgm:cxn modelId="{1EA42E4F-AE17-472D-AD2B-54C99CBF51DB}" type="presOf" srcId="{73A6F4AC-8D60-490E-98AF-4CA70475273A}" destId="{BF80DEA2-1D1F-4631-A527-A483F9A58F56}" srcOrd="0" destOrd="0" presId="urn:microsoft.com/office/officeart/2005/8/layout/hierarchy2"/>
    <dgm:cxn modelId="{F8FE27A8-ACAA-4F49-B167-802D8984F569}" type="presOf" srcId="{0A30AF22-B856-470E-968A-B7DE93ED4C7A}" destId="{703BA8C6-C813-4F57-893B-5BC338CC4B22}" srcOrd="1" destOrd="0" presId="urn:microsoft.com/office/officeart/2005/8/layout/hierarchy2"/>
    <dgm:cxn modelId="{EC73CF4D-B3A9-4CC0-989D-BB45F02F5F26}" type="presOf" srcId="{EBBD62C0-D641-4248-A410-34465F36B59D}" destId="{78447645-E212-4040-87B4-477E80374EF1}" srcOrd="1" destOrd="0" presId="urn:microsoft.com/office/officeart/2005/8/layout/hierarchy2"/>
    <dgm:cxn modelId="{183C05F5-8B86-4B81-9345-CE0F30C9F72D}" type="presParOf" srcId="{95C826F9-6046-4DAA-AF31-1FC30FEE9834}" destId="{8AE2A5AE-EEC0-429B-9B4F-22A5FCDE18B4}" srcOrd="0" destOrd="0" presId="urn:microsoft.com/office/officeart/2005/8/layout/hierarchy2"/>
    <dgm:cxn modelId="{C4CDEF50-EEC4-4AE3-9B33-0C7B11830B65}" type="presParOf" srcId="{8AE2A5AE-EEC0-429B-9B4F-22A5FCDE18B4}" destId="{F40363EF-3CF8-4739-9480-153D2693502A}" srcOrd="0" destOrd="0" presId="urn:microsoft.com/office/officeart/2005/8/layout/hierarchy2"/>
    <dgm:cxn modelId="{E3004D6E-CA4D-4EB1-8AC1-4C485DA3AF60}" type="presParOf" srcId="{8AE2A5AE-EEC0-429B-9B4F-22A5FCDE18B4}" destId="{8AD2C07C-0DA8-41D2-8BDC-D6467CDBF2CD}" srcOrd="1" destOrd="0" presId="urn:microsoft.com/office/officeart/2005/8/layout/hierarchy2"/>
    <dgm:cxn modelId="{C5F281DE-BD69-44F5-B4D5-E2BF67E3AE20}" type="presParOf" srcId="{8AD2C07C-0DA8-41D2-8BDC-D6467CDBF2CD}" destId="{A4BFD122-0563-4FF3-B7CA-3143FED632A2}" srcOrd="0" destOrd="0" presId="urn:microsoft.com/office/officeart/2005/8/layout/hierarchy2"/>
    <dgm:cxn modelId="{E4EE88B1-20D9-4ED8-9C98-C16A12621C61}" type="presParOf" srcId="{A4BFD122-0563-4FF3-B7CA-3143FED632A2}" destId="{DBF93844-1343-46A9-B1A1-88E784789592}" srcOrd="0" destOrd="0" presId="urn:microsoft.com/office/officeart/2005/8/layout/hierarchy2"/>
    <dgm:cxn modelId="{46BBA8D4-3C96-4321-8834-59FE9D6F0626}" type="presParOf" srcId="{8AD2C07C-0DA8-41D2-8BDC-D6467CDBF2CD}" destId="{7024D3CD-EA6F-46EA-BB2C-B27D100B181B}" srcOrd="1" destOrd="0" presId="urn:microsoft.com/office/officeart/2005/8/layout/hierarchy2"/>
    <dgm:cxn modelId="{EEAC74DB-412D-4641-B85C-A7216D602CFB}" type="presParOf" srcId="{7024D3CD-EA6F-46EA-BB2C-B27D100B181B}" destId="{4A9E4963-9860-4A9C-AF36-71BD56E9E36B}" srcOrd="0" destOrd="0" presId="urn:microsoft.com/office/officeart/2005/8/layout/hierarchy2"/>
    <dgm:cxn modelId="{D5ED33B9-5674-48E3-9109-3ACBDF4CF8AC}" type="presParOf" srcId="{7024D3CD-EA6F-46EA-BB2C-B27D100B181B}" destId="{9ECC885E-4BEA-4310-9F43-CA569FE876A9}" srcOrd="1" destOrd="0" presId="urn:microsoft.com/office/officeart/2005/8/layout/hierarchy2"/>
    <dgm:cxn modelId="{20A09770-86C8-470C-A2F3-05F077BA1745}" type="presParOf" srcId="{8AD2C07C-0DA8-41D2-8BDC-D6467CDBF2CD}" destId="{419BE4BC-88AD-43F6-83B0-F0377AB0C97D}" srcOrd="2" destOrd="0" presId="urn:microsoft.com/office/officeart/2005/8/layout/hierarchy2"/>
    <dgm:cxn modelId="{08BEA03B-3E20-4657-AD37-8ABEBDFC6D3D}" type="presParOf" srcId="{419BE4BC-88AD-43F6-83B0-F0377AB0C97D}" destId="{703BA8C6-C813-4F57-893B-5BC338CC4B22}" srcOrd="0" destOrd="0" presId="urn:microsoft.com/office/officeart/2005/8/layout/hierarchy2"/>
    <dgm:cxn modelId="{F723F9EC-E16F-4663-9E08-6818632E1D51}" type="presParOf" srcId="{8AD2C07C-0DA8-41D2-8BDC-D6467CDBF2CD}" destId="{6773A670-C8BC-406B-9EAE-BA790B1C95A8}" srcOrd="3" destOrd="0" presId="urn:microsoft.com/office/officeart/2005/8/layout/hierarchy2"/>
    <dgm:cxn modelId="{DD5DD718-CF9A-47E8-AD84-B4B99BED0F61}" type="presParOf" srcId="{6773A670-C8BC-406B-9EAE-BA790B1C95A8}" destId="{3F820824-03EC-4948-8B66-6323B9672D98}" srcOrd="0" destOrd="0" presId="urn:microsoft.com/office/officeart/2005/8/layout/hierarchy2"/>
    <dgm:cxn modelId="{9E16AF2F-8B33-405A-9651-73596342DBC4}" type="presParOf" srcId="{6773A670-C8BC-406B-9EAE-BA790B1C95A8}" destId="{46DD22F4-4FAF-4B7A-9378-2ABC0729C665}" srcOrd="1" destOrd="0" presId="urn:microsoft.com/office/officeart/2005/8/layout/hierarchy2"/>
    <dgm:cxn modelId="{0591724A-08B6-4348-8A5B-ACB94E2AFCF5}" type="presParOf" srcId="{8AD2C07C-0DA8-41D2-8BDC-D6467CDBF2CD}" destId="{4AD2B51B-3D1B-4860-BB59-09E36996C986}" srcOrd="4" destOrd="0" presId="urn:microsoft.com/office/officeart/2005/8/layout/hierarchy2"/>
    <dgm:cxn modelId="{54816B21-D820-4309-B0BE-473E092A14F5}" type="presParOf" srcId="{4AD2B51B-3D1B-4860-BB59-09E36996C986}" destId="{78447645-E212-4040-87B4-477E80374EF1}" srcOrd="0" destOrd="0" presId="urn:microsoft.com/office/officeart/2005/8/layout/hierarchy2"/>
    <dgm:cxn modelId="{8EF2AAA3-C3D7-4D03-8C13-2A343B60D7F2}" type="presParOf" srcId="{8AD2C07C-0DA8-41D2-8BDC-D6467CDBF2CD}" destId="{4C3FA7C7-82CB-42FE-96DE-0F494EBCA1D1}" srcOrd="5" destOrd="0" presId="urn:microsoft.com/office/officeart/2005/8/layout/hierarchy2"/>
    <dgm:cxn modelId="{F4C53F66-4ABF-4614-8820-D9684F4D7C27}" type="presParOf" srcId="{4C3FA7C7-82CB-42FE-96DE-0F494EBCA1D1}" destId="{BF80DEA2-1D1F-4631-A527-A483F9A58F56}" srcOrd="0" destOrd="0" presId="urn:microsoft.com/office/officeart/2005/8/layout/hierarchy2"/>
    <dgm:cxn modelId="{366CCBF9-654D-4958-BD05-E55AA9C38B86}" type="presParOf" srcId="{4C3FA7C7-82CB-42FE-96DE-0F494EBCA1D1}" destId="{90B90DDD-F7AF-4E99-BE15-AB2D3FA96ABC}" srcOrd="1" destOrd="0" presId="urn:microsoft.com/office/officeart/2005/8/layout/hierarchy2"/>
  </dgm:cxnLst>
  <dgm:bg/>
  <dgm:whole/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B820F71-79AA-414E-8059-8101EFC61C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28868E-BEAA-44BD-AFA8-3314004777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B65AB"/>
              </a:solidFill>
            </a:rPr>
            <a:t>1. Random protein pair not  present in  PPI</a:t>
          </a:r>
          <a:endParaRPr lang="en-US" sz="1400" dirty="0">
            <a:solidFill>
              <a:srgbClr val="2B65AB"/>
            </a:solidFill>
          </a:endParaRPr>
        </a:p>
      </dgm:t>
    </dgm:pt>
    <dgm:pt modelId="{7C1C0A76-9FE4-40F4-B5E1-AF28841F5F4B}" type="parTrans" cxnId="{ECBB19D3-35AB-440C-9B5E-995E38B3C36A}">
      <dgm:prSet/>
      <dgm:spPr/>
      <dgm:t>
        <a:bodyPr/>
        <a:lstStyle/>
        <a:p>
          <a:endParaRPr lang="en-US"/>
        </a:p>
      </dgm:t>
    </dgm:pt>
    <dgm:pt modelId="{CA3FD399-5F48-4B32-9147-A2195629516F}" type="sibTrans" cxnId="{ECBB19D3-35AB-440C-9B5E-995E38B3C36A}">
      <dgm:prSet/>
      <dgm:spPr/>
      <dgm:t>
        <a:bodyPr/>
        <a:lstStyle/>
        <a:p>
          <a:endParaRPr lang="en-US"/>
        </a:p>
      </dgm:t>
    </dgm:pt>
    <dgm:pt modelId="{F09D99F0-1BD8-4248-868E-AC1E374673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E6CB8"/>
              </a:solidFill>
            </a:rPr>
            <a:t>2. Protein pair with different </a:t>
          </a:r>
          <a:r>
            <a:rPr lang="en-US" sz="1400" dirty="0" err="1" smtClean="0">
              <a:solidFill>
                <a:srgbClr val="2E6CB8"/>
              </a:solidFill>
            </a:rPr>
            <a:t>subcellular</a:t>
          </a:r>
          <a:r>
            <a:rPr lang="en-US" sz="1400" dirty="0" smtClean="0">
              <a:solidFill>
                <a:srgbClr val="2E6CB8"/>
              </a:solidFill>
            </a:rPr>
            <a:t> locations</a:t>
          </a:r>
          <a:endParaRPr lang="en-US" sz="1400" dirty="0">
            <a:solidFill>
              <a:srgbClr val="2E6CB8"/>
            </a:solidFill>
          </a:endParaRPr>
        </a:p>
      </dgm:t>
    </dgm:pt>
    <dgm:pt modelId="{777A4301-8ED0-4198-AE96-6A8BB087D8BA}" type="parTrans" cxnId="{6E48C986-B703-4787-8A3D-084A4BF4CB93}">
      <dgm:prSet/>
      <dgm:spPr/>
      <dgm:t>
        <a:bodyPr/>
        <a:lstStyle/>
        <a:p>
          <a:endParaRPr lang="en-US"/>
        </a:p>
      </dgm:t>
    </dgm:pt>
    <dgm:pt modelId="{A3D31004-1982-4073-82F1-6F40CCF38893}" type="sibTrans" cxnId="{6E48C986-B703-4787-8A3D-084A4BF4CB93}">
      <dgm:prSet/>
      <dgm:spPr/>
      <dgm:t>
        <a:bodyPr/>
        <a:lstStyle/>
        <a:p>
          <a:endParaRPr lang="en-US"/>
        </a:p>
      </dgm:t>
    </dgm:pt>
    <dgm:pt modelId="{3289AB6C-D866-43B4-B037-AEC6B77FF1DD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3174C5"/>
              </a:solidFill>
            </a:rPr>
            <a:t>3. </a:t>
          </a:r>
          <a:r>
            <a:rPr lang="en-US" sz="1400" dirty="0" err="1" smtClean="0">
              <a:solidFill>
                <a:srgbClr val="3174C5"/>
              </a:solidFill>
            </a:rPr>
            <a:t>Atleast</a:t>
          </a:r>
          <a:r>
            <a:rPr lang="en-US" sz="1400" dirty="0" smtClean="0">
              <a:solidFill>
                <a:srgbClr val="3174C5"/>
              </a:solidFill>
            </a:rPr>
            <a:t> 3-hop path between protein pair in PPI graph</a:t>
          </a:r>
          <a:endParaRPr lang="en-US" sz="1400" dirty="0">
            <a:solidFill>
              <a:srgbClr val="3174C5"/>
            </a:solidFill>
          </a:endParaRPr>
        </a:p>
      </dgm:t>
    </dgm:pt>
    <dgm:pt modelId="{65B53774-C962-4F48-885B-CB033A4005E8}" type="parTrans" cxnId="{821138CC-D03C-4343-9480-EF13C791086D}">
      <dgm:prSet/>
      <dgm:spPr/>
      <dgm:t>
        <a:bodyPr/>
        <a:lstStyle/>
        <a:p>
          <a:endParaRPr lang="en-US"/>
        </a:p>
      </dgm:t>
    </dgm:pt>
    <dgm:pt modelId="{C69F8DB2-B234-4C99-8C2C-32D2C0C1A1EE}" type="sibTrans" cxnId="{821138CC-D03C-4343-9480-EF13C791086D}">
      <dgm:prSet/>
      <dgm:spPr/>
      <dgm:t>
        <a:bodyPr/>
        <a:lstStyle/>
        <a:p>
          <a:endParaRPr lang="en-US"/>
        </a:p>
      </dgm:t>
    </dgm:pt>
    <dgm:pt modelId="{DB117A12-467A-438E-85B2-16E38CC3866B}" type="pres">
      <dgm:prSet presAssocID="{DB820F71-79AA-414E-8059-8101EFC61C2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5C72CB-5B50-4A32-ABE0-CC4FB3A9BEBB}" type="pres">
      <dgm:prSet presAssocID="{CD28868E-BEAA-44BD-AFA8-331400477735}" presName="parentLin" presStyleCnt="0"/>
      <dgm:spPr/>
    </dgm:pt>
    <dgm:pt modelId="{92D8A482-FD66-4F3B-91A4-E5553258C6B4}" type="pres">
      <dgm:prSet presAssocID="{CD28868E-BEAA-44BD-AFA8-3314004777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79F6CE2-472D-4D87-860B-59A9280B0599}" type="pres">
      <dgm:prSet presAssocID="{CD28868E-BEAA-44BD-AFA8-331400477735}" presName="parentText" presStyleLbl="node1" presStyleIdx="0" presStyleCnt="3" custScaleX="120867" custScaleY="28651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185155-072C-4E4F-B891-73DA46502091}" type="pres">
      <dgm:prSet presAssocID="{CD28868E-BEAA-44BD-AFA8-331400477735}" presName="negativeSpace" presStyleCnt="0"/>
      <dgm:spPr/>
    </dgm:pt>
    <dgm:pt modelId="{231F835E-6F53-4B25-99E8-56ECB8EF8203}" type="pres">
      <dgm:prSet presAssocID="{CD28868E-BEAA-44BD-AFA8-331400477735}" presName="childText" presStyleLbl="conFgAcc1" presStyleIdx="0" presStyleCnt="3">
        <dgm:presLayoutVars>
          <dgm:bulletEnabled val="1"/>
        </dgm:presLayoutVars>
      </dgm:prSet>
      <dgm:spPr/>
    </dgm:pt>
    <dgm:pt modelId="{E0505270-6AF1-4669-BD68-3B806CB6A621}" type="pres">
      <dgm:prSet presAssocID="{CA3FD399-5F48-4B32-9147-A2195629516F}" presName="spaceBetweenRectangles" presStyleCnt="0"/>
      <dgm:spPr/>
    </dgm:pt>
    <dgm:pt modelId="{20CF3C09-467F-46F5-8C75-8B8DAE67CD2E}" type="pres">
      <dgm:prSet presAssocID="{F09D99F0-1BD8-4248-868E-AC1E37467335}" presName="parentLin" presStyleCnt="0"/>
      <dgm:spPr/>
    </dgm:pt>
    <dgm:pt modelId="{578A34F8-2DAC-42CA-AD03-7B2B0D6E89B9}" type="pres">
      <dgm:prSet presAssocID="{F09D99F0-1BD8-4248-868E-AC1E374673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E3413D2-5B8A-4A19-B15E-8346415AF274}" type="pres">
      <dgm:prSet presAssocID="{F09D99F0-1BD8-4248-868E-AC1E37467335}" presName="parentText" presStyleLbl="node1" presStyleIdx="1" presStyleCnt="3" custScaleX="124075" custScaleY="245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2A6EA9-85C7-4700-A221-7A4CC5B39C36}" type="pres">
      <dgm:prSet presAssocID="{F09D99F0-1BD8-4248-868E-AC1E37467335}" presName="negativeSpace" presStyleCnt="0"/>
      <dgm:spPr/>
    </dgm:pt>
    <dgm:pt modelId="{FE703A70-55CF-46E3-8521-208A18553D62}" type="pres">
      <dgm:prSet presAssocID="{F09D99F0-1BD8-4248-868E-AC1E37467335}" presName="childText" presStyleLbl="conFgAcc1" presStyleIdx="1" presStyleCnt="3">
        <dgm:presLayoutVars>
          <dgm:bulletEnabled val="1"/>
        </dgm:presLayoutVars>
      </dgm:prSet>
      <dgm:spPr/>
    </dgm:pt>
    <dgm:pt modelId="{2ECF1E01-D46E-48AE-AAB2-26C13D36B14D}" type="pres">
      <dgm:prSet presAssocID="{A3D31004-1982-4073-82F1-6F40CCF38893}" presName="spaceBetweenRectangles" presStyleCnt="0"/>
      <dgm:spPr/>
    </dgm:pt>
    <dgm:pt modelId="{EF71D3BD-F476-4F10-80F9-A3B895B5FF3C}" type="pres">
      <dgm:prSet presAssocID="{3289AB6C-D866-43B4-B037-AEC6B77FF1DD}" presName="parentLin" presStyleCnt="0"/>
      <dgm:spPr/>
    </dgm:pt>
    <dgm:pt modelId="{9228404D-A2C8-484B-803D-19066AF8711A}" type="pres">
      <dgm:prSet presAssocID="{3289AB6C-D866-43B4-B037-AEC6B77FF1D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AF85A0C-8A7D-4BBD-B2E3-E3B32FD1B3CD}" type="pres">
      <dgm:prSet presAssocID="{3289AB6C-D866-43B4-B037-AEC6B77FF1DD}" presName="parentText" presStyleLbl="node1" presStyleIdx="2" presStyleCnt="3" custScaleX="123951" custScaleY="25939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3F572-25F5-4744-BD95-4E309787327F}" type="pres">
      <dgm:prSet presAssocID="{3289AB6C-D866-43B4-B037-AEC6B77FF1DD}" presName="negativeSpace" presStyleCnt="0"/>
      <dgm:spPr/>
    </dgm:pt>
    <dgm:pt modelId="{A27A27D4-F078-4D59-8E46-1129489B5E9F}" type="pres">
      <dgm:prSet presAssocID="{3289AB6C-D866-43B4-B037-AEC6B77FF1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E0EF821-DDBE-45FA-B750-EBCC872A9103}" type="presOf" srcId="{CD28868E-BEAA-44BD-AFA8-331400477735}" destId="{92D8A482-FD66-4F3B-91A4-E5553258C6B4}" srcOrd="0" destOrd="0" presId="urn:microsoft.com/office/officeart/2005/8/layout/list1"/>
    <dgm:cxn modelId="{7DFD5800-8617-424E-996A-35335522CFB4}" type="presOf" srcId="{CD28868E-BEAA-44BD-AFA8-331400477735}" destId="{079F6CE2-472D-4D87-860B-59A9280B0599}" srcOrd="1" destOrd="0" presId="urn:microsoft.com/office/officeart/2005/8/layout/list1"/>
    <dgm:cxn modelId="{A6068C76-D37B-4A50-A0E4-9718F56956C6}" type="presOf" srcId="{F09D99F0-1BD8-4248-868E-AC1E37467335}" destId="{BE3413D2-5B8A-4A19-B15E-8346415AF274}" srcOrd="1" destOrd="0" presId="urn:microsoft.com/office/officeart/2005/8/layout/list1"/>
    <dgm:cxn modelId="{ECBB19D3-35AB-440C-9B5E-995E38B3C36A}" srcId="{DB820F71-79AA-414E-8059-8101EFC61C27}" destId="{CD28868E-BEAA-44BD-AFA8-331400477735}" srcOrd="0" destOrd="0" parTransId="{7C1C0A76-9FE4-40F4-B5E1-AF28841F5F4B}" sibTransId="{CA3FD399-5F48-4B32-9147-A2195629516F}"/>
    <dgm:cxn modelId="{B3EB2CC2-7493-444A-A76F-542A74012757}" type="presOf" srcId="{F09D99F0-1BD8-4248-868E-AC1E37467335}" destId="{578A34F8-2DAC-42CA-AD03-7B2B0D6E89B9}" srcOrd="0" destOrd="0" presId="urn:microsoft.com/office/officeart/2005/8/layout/list1"/>
    <dgm:cxn modelId="{A883B896-0BFA-454E-98A6-0B72F6E1C819}" type="presOf" srcId="{3289AB6C-D866-43B4-B037-AEC6B77FF1DD}" destId="{DAF85A0C-8A7D-4BBD-B2E3-E3B32FD1B3CD}" srcOrd="1" destOrd="0" presId="urn:microsoft.com/office/officeart/2005/8/layout/list1"/>
    <dgm:cxn modelId="{3C2B65C4-3022-4D2B-B67F-E990396C11A1}" type="presOf" srcId="{DB820F71-79AA-414E-8059-8101EFC61C27}" destId="{DB117A12-467A-438E-85B2-16E38CC3866B}" srcOrd="0" destOrd="0" presId="urn:microsoft.com/office/officeart/2005/8/layout/list1"/>
    <dgm:cxn modelId="{821138CC-D03C-4343-9480-EF13C791086D}" srcId="{DB820F71-79AA-414E-8059-8101EFC61C27}" destId="{3289AB6C-D866-43B4-B037-AEC6B77FF1DD}" srcOrd="2" destOrd="0" parTransId="{65B53774-C962-4F48-885B-CB033A4005E8}" sibTransId="{C69F8DB2-B234-4C99-8C2C-32D2C0C1A1EE}"/>
    <dgm:cxn modelId="{6E48C986-B703-4787-8A3D-084A4BF4CB93}" srcId="{DB820F71-79AA-414E-8059-8101EFC61C27}" destId="{F09D99F0-1BD8-4248-868E-AC1E37467335}" srcOrd="1" destOrd="0" parTransId="{777A4301-8ED0-4198-AE96-6A8BB087D8BA}" sibTransId="{A3D31004-1982-4073-82F1-6F40CCF38893}"/>
    <dgm:cxn modelId="{C8F3E10B-0C9E-4FD2-A066-25567F3EC26D}" type="presOf" srcId="{3289AB6C-D866-43B4-B037-AEC6B77FF1DD}" destId="{9228404D-A2C8-484B-803D-19066AF8711A}" srcOrd="0" destOrd="0" presId="urn:microsoft.com/office/officeart/2005/8/layout/list1"/>
    <dgm:cxn modelId="{6FBC58A3-59AC-47F4-8E5B-0D97214C276A}" type="presParOf" srcId="{DB117A12-467A-438E-85B2-16E38CC3866B}" destId="{865C72CB-5B50-4A32-ABE0-CC4FB3A9BEBB}" srcOrd="0" destOrd="0" presId="urn:microsoft.com/office/officeart/2005/8/layout/list1"/>
    <dgm:cxn modelId="{31DC2267-F8BE-4B69-A105-40031602B434}" type="presParOf" srcId="{865C72CB-5B50-4A32-ABE0-CC4FB3A9BEBB}" destId="{92D8A482-FD66-4F3B-91A4-E5553258C6B4}" srcOrd="0" destOrd="0" presId="urn:microsoft.com/office/officeart/2005/8/layout/list1"/>
    <dgm:cxn modelId="{5D3A5873-88C9-4BB5-B08F-D6A9DBA3BA3D}" type="presParOf" srcId="{865C72CB-5B50-4A32-ABE0-CC4FB3A9BEBB}" destId="{079F6CE2-472D-4D87-860B-59A9280B0599}" srcOrd="1" destOrd="0" presId="urn:microsoft.com/office/officeart/2005/8/layout/list1"/>
    <dgm:cxn modelId="{B6E01A2A-581E-4562-9BD7-772592BE3F65}" type="presParOf" srcId="{DB117A12-467A-438E-85B2-16E38CC3866B}" destId="{17185155-072C-4E4F-B891-73DA46502091}" srcOrd="1" destOrd="0" presId="urn:microsoft.com/office/officeart/2005/8/layout/list1"/>
    <dgm:cxn modelId="{76B6B676-9802-4DA0-9773-5B248FEE8897}" type="presParOf" srcId="{DB117A12-467A-438E-85B2-16E38CC3866B}" destId="{231F835E-6F53-4B25-99E8-56ECB8EF8203}" srcOrd="2" destOrd="0" presId="urn:microsoft.com/office/officeart/2005/8/layout/list1"/>
    <dgm:cxn modelId="{C85180D2-58D5-447F-BEE6-91EC1F3AA15B}" type="presParOf" srcId="{DB117A12-467A-438E-85B2-16E38CC3866B}" destId="{E0505270-6AF1-4669-BD68-3B806CB6A621}" srcOrd="3" destOrd="0" presId="urn:microsoft.com/office/officeart/2005/8/layout/list1"/>
    <dgm:cxn modelId="{4E41FCDF-72AE-4FE4-983E-4518C8F62DA0}" type="presParOf" srcId="{DB117A12-467A-438E-85B2-16E38CC3866B}" destId="{20CF3C09-467F-46F5-8C75-8B8DAE67CD2E}" srcOrd="4" destOrd="0" presId="urn:microsoft.com/office/officeart/2005/8/layout/list1"/>
    <dgm:cxn modelId="{CD71E73B-65A7-4698-AECC-BFE57FCC1C7E}" type="presParOf" srcId="{20CF3C09-467F-46F5-8C75-8B8DAE67CD2E}" destId="{578A34F8-2DAC-42CA-AD03-7B2B0D6E89B9}" srcOrd="0" destOrd="0" presId="urn:microsoft.com/office/officeart/2005/8/layout/list1"/>
    <dgm:cxn modelId="{0952713B-B601-4E96-ABAB-34ECB0732A48}" type="presParOf" srcId="{20CF3C09-467F-46F5-8C75-8B8DAE67CD2E}" destId="{BE3413D2-5B8A-4A19-B15E-8346415AF274}" srcOrd="1" destOrd="0" presId="urn:microsoft.com/office/officeart/2005/8/layout/list1"/>
    <dgm:cxn modelId="{354DD7D0-5C4E-4198-B01F-417480AEF955}" type="presParOf" srcId="{DB117A12-467A-438E-85B2-16E38CC3866B}" destId="{F12A6EA9-85C7-4700-A221-7A4CC5B39C36}" srcOrd="5" destOrd="0" presId="urn:microsoft.com/office/officeart/2005/8/layout/list1"/>
    <dgm:cxn modelId="{D49D0579-0FB8-4884-B6FF-80285A72C217}" type="presParOf" srcId="{DB117A12-467A-438E-85B2-16E38CC3866B}" destId="{FE703A70-55CF-46E3-8521-208A18553D62}" srcOrd="6" destOrd="0" presId="urn:microsoft.com/office/officeart/2005/8/layout/list1"/>
    <dgm:cxn modelId="{8F289E3A-B82C-4491-B910-F5040B447DC5}" type="presParOf" srcId="{DB117A12-467A-438E-85B2-16E38CC3866B}" destId="{2ECF1E01-D46E-48AE-AAB2-26C13D36B14D}" srcOrd="7" destOrd="0" presId="urn:microsoft.com/office/officeart/2005/8/layout/list1"/>
    <dgm:cxn modelId="{78164669-3552-42B5-932F-779D71D958B9}" type="presParOf" srcId="{DB117A12-467A-438E-85B2-16E38CC3866B}" destId="{EF71D3BD-F476-4F10-80F9-A3B895B5FF3C}" srcOrd="8" destOrd="0" presId="urn:microsoft.com/office/officeart/2005/8/layout/list1"/>
    <dgm:cxn modelId="{C9A03E36-521D-4483-AA69-8A2536FB0707}" type="presParOf" srcId="{EF71D3BD-F476-4F10-80F9-A3B895B5FF3C}" destId="{9228404D-A2C8-484B-803D-19066AF8711A}" srcOrd="0" destOrd="0" presId="urn:microsoft.com/office/officeart/2005/8/layout/list1"/>
    <dgm:cxn modelId="{AF3C2C36-59DC-4E25-9780-431D5C981EFD}" type="presParOf" srcId="{EF71D3BD-F476-4F10-80F9-A3B895B5FF3C}" destId="{DAF85A0C-8A7D-4BBD-B2E3-E3B32FD1B3CD}" srcOrd="1" destOrd="0" presId="urn:microsoft.com/office/officeart/2005/8/layout/list1"/>
    <dgm:cxn modelId="{FA9083E9-20AD-4C28-A031-173090D86A6C}" type="presParOf" srcId="{DB117A12-467A-438E-85B2-16E38CC3866B}" destId="{F2D3F572-25F5-4744-BD95-4E309787327F}" srcOrd="9" destOrd="0" presId="urn:microsoft.com/office/officeart/2005/8/layout/list1"/>
    <dgm:cxn modelId="{0B43F70D-46F2-4DE5-86E2-04B038C9D33A}" type="presParOf" srcId="{DB117A12-467A-438E-85B2-16E38CC3866B}" destId="{A27A27D4-F078-4D59-8E46-1129489B5E9F}" srcOrd="10" destOrd="0" presId="urn:microsoft.com/office/officeart/2005/8/layout/list1"/>
  </dgm:cxnLst>
  <dgm:bg/>
  <dgm:whole/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B820F71-79AA-414E-8059-8101EFC61C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28868E-BEAA-44BD-AFA8-3314004777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B65AB"/>
              </a:solidFill>
            </a:rPr>
            <a:t>1. Random protein pair not  present in  PPI</a:t>
          </a:r>
          <a:endParaRPr lang="en-US" sz="1400" dirty="0">
            <a:solidFill>
              <a:srgbClr val="2B65AB"/>
            </a:solidFill>
          </a:endParaRPr>
        </a:p>
      </dgm:t>
    </dgm:pt>
    <dgm:pt modelId="{7C1C0A76-9FE4-40F4-B5E1-AF28841F5F4B}" type="parTrans" cxnId="{ECBB19D3-35AB-440C-9B5E-995E38B3C36A}">
      <dgm:prSet/>
      <dgm:spPr/>
      <dgm:t>
        <a:bodyPr/>
        <a:lstStyle/>
        <a:p>
          <a:endParaRPr lang="en-US"/>
        </a:p>
      </dgm:t>
    </dgm:pt>
    <dgm:pt modelId="{CA3FD399-5F48-4B32-9147-A2195629516F}" type="sibTrans" cxnId="{ECBB19D3-35AB-440C-9B5E-995E38B3C36A}">
      <dgm:prSet/>
      <dgm:spPr/>
      <dgm:t>
        <a:bodyPr/>
        <a:lstStyle/>
        <a:p>
          <a:endParaRPr lang="en-US"/>
        </a:p>
      </dgm:t>
    </dgm:pt>
    <dgm:pt modelId="{F09D99F0-1BD8-4248-868E-AC1E37467335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2E6CB8"/>
              </a:solidFill>
            </a:rPr>
            <a:t>2. Protein pair with different </a:t>
          </a:r>
          <a:r>
            <a:rPr lang="en-US" sz="1400" dirty="0" err="1" smtClean="0">
              <a:solidFill>
                <a:srgbClr val="2E6CB8"/>
              </a:solidFill>
            </a:rPr>
            <a:t>subcellular</a:t>
          </a:r>
          <a:r>
            <a:rPr lang="en-US" sz="1400" dirty="0" smtClean="0">
              <a:solidFill>
                <a:srgbClr val="2E6CB8"/>
              </a:solidFill>
            </a:rPr>
            <a:t> locations</a:t>
          </a:r>
          <a:endParaRPr lang="en-US" sz="1400" dirty="0">
            <a:solidFill>
              <a:srgbClr val="2E6CB8"/>
            </a:solidFill>
          </a:endParaRPr>
        </a:p>
      </dgm:t>
    </dgm:pt>
    <dgm:pt modelId="{777A4301-8ED0-4198-AE96-6A8BB087D8BA}" type="parTrans" cxnId="{6E48C986-B703-4787-8A3D-084A4BF4CB93}">
      <dgm:prSet/>
      <dgm:spPr/>
      <dgm:t>
        <a:bodyPr/>
        <a:lstStyle/>
        <a:p>
          <a:endParaRPr lang="en-US"/>
        </a:p>
      </dgm:t>
    </dgm:pt>
    <dgm:pt modelId="{A3D31004-1982-4073-82F1-6F40CCF38893}" type="sibTrans" cxnId="{6E48C986-B703-4787-8A3D-084A4BF4CB93}">
      <dgm:prSet/>
      <dgm:spPr/>
      <dgm:t>
        <a:bodyPr/>
        <a:lstStyle/>
        <a:p>
          <a:endParaRPr lang="en-US"/>
        </a:p>
      </dgm:t>
    </dgm:pt>
    <dgm:pt modelId="{3289AB6C-D866-43B4-B037-AEC6B77FF1DD}">
      <dgm:prSet phldrT="[Text]" custT="1"/>
      <dgm:spPr>
        <a:solidFill>
          <a:srgbClr val="AAE4CE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 smtClean="0">
              <a:solidFill>
                <a:srgbClr val="3174C5"/>
              </a:solidFill>
            </a:rPr>
            <a:t>3. </a:t>
          </a:r>
          <a:r>
            <a:rPr lang="en-US" sz="1400" dirty="0" err="1" smtClean="0">
              <a:solidFill>
                <a:srgbClr val="3174C5"/>
              </a:solidFill>
            </a:rPr>
            <a:t>Atleast</a:t>
          </a:r>
          <a:r>
            <a:rPr lang="en-US" sz="1400" dirty="0" smtClean="0">
              <a:solidFill>
                <a:srgbClr val="3174C5"/>
              </a:solidFill>
            </a:rPr>
            <a:t> 3-hop path between protein pair in PPI graph</a:t>
          </a:r>
          <a:endParaRPr lang="en-US" sz="1400" dirty="0">
            <a:solidFill>
              <a:srgbClr val="3174C5"/>
            </a:solidFill>
          </a:endParaRPr>
        </a:p>
      </dgm:t>
    </dgm:pt>
    <dgm:pt modelId="{65B53774-C962-4F48-885B-CB033A4005E8}" type="parTrans" cxnId="{821138CC-D03C-4343-9480-EF13C791086D}">
      <dgm:prSet/>
      <dgm:spPr/>
      <dgm:t>
        <a:bodyPr/>
        <a:lstStyle/>
        <a:p>
          <a:endParaRPr lang="en-US"/>
        </a:p>
      </dgm:t>
    </dgm:pt>
    <dgm:pt modelId="{C69F8DB2-B234-4C99-8C2C-32D2C0C1A1EE}" type="sibTrans" cxnId="{821138CC-D03C-4343-9480-EF13C791086D}">
      <dgm:prSet/>
      <dgm:spPr/>
      <dgm:t>
        <a:bodyPr/>
        <a:lstStyle/>
        <a:p>
          <a:endParaRPr lang="en-US"/>
        </a:p>
      </dgm:t>
    </dgm:pt>
    <dgm:pt modelId="{DB117A12-467A-438E-85B2-16E38CC3866B}" type="pres">
      <dgm:prSet presAssocID="{DB820F71-79AA-414E-8059-8101EFC61C2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5C72CB-5B50-4A32-ABE0-CC4FB3A9BEBB}" type="pres">
      <dgm:prSet presAssocID="{CD28868E-BEAA-44BD-AFA8-331400477735}" presName="parentLin" presStyleCnt="0"/>
      <dgm:spPr/>
    </dgm:pt>
    <dgm:pt modelId="{92D8A482-FD66-4F3B-91A4-E5553258C6B4}" type="pres">
      <dgm:prSet presAssocID="{CD28868E-BEAA-44BD-AFA8-3314004777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79F6CE2-472D-4D87-860B-59A9280B0599}" type="pres">
      <dgm:prSet presAssocID="{CD28868E-BEAA-44BD-AFA8-331400477735}" presName="parentText" presStyleLbl="node1" presStyleIdx="0" presStyleCnt="3" custScaleX="120867" custScaleY="28651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185155-072C-4E4F-B891-73DA46502091}" type="pres">
      <dgm:prSet presAssocID="{CD28868E-BEAA-44BD-AFA8-331400477735}" presName="negativeSpace" presStyleCnt="0"/>
      <dgm:spPr/>
    </dgm:pt>
    <dgm:pt modelId="{231F835E-6F53-4B25-99E8-56ECB8EF8203}" type="pres">
      <dgm:prSet presAssocID="{CD28868E-BEAA-44BD-AFA8-331400477735}" presName="childText" presStyleLbl="conFgAcc1" presStyleIdx="0" presStyleCnt="3">
        <dgm:presLayoutVars>
          <dgm:bulletEnabled val="1"/>
        </dgm:presLayoutVars>
      </dgm:prSet>
      <dgm:spPr/>
    </dgm:pt>
    <dgm:pt modelId="{E0505270-6AF1-4669-BD68-3B806CB6A621}" type="pres">
      <dgm:prSet presAssocID="{CA3FD399-5F48-4B32-9147-A2195629516F}" presName="spaceBetweenRectangles" presStyleCnt="0"/>
      <dgm:spPr/>
    </dgm:pt>
    <dgm:pt modelId="{20CF3C09-467F-46F5-8C75-8B8DAE67CD2E}" type="pres">
      <dgm:prSet presAssocID="{F09D99F0-1BD8-4248-868E-AC1E37467335}" presName="parentLin" presStyleCnt="0"/>
      <dgm:spPr/>
    </dgm:pt>
    <dgm:pt modelId="{578A34F8-2DAC-42CA-AD03-7B2B0D6E89B9}" type="pres">
      <dgm:prSet presAssocID="{F09D99F0-1BD8-4248-868E-AC1E3746733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E3413D2-5B8A-4A19-B15E-8346415AF274}" type="pres">
      <dgm:prSet presAssocID="{F09D99F0-1BD8-4248-868E-AC1E37467335}" presName="parentText" presStyleLbl="node1" presStyleIdx="1" presStyleCnt="3" custScaleX="124075" custScaleY="245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2A6EA9-85C7-4700-A221-7A4CC5B39C36}" type="pres">
      <dgm:prSet presAssocID="{F09D99F0-1BD8-4248-868E-AC1E37467335}" presName="negativeSpace" presStyleCnt="0"/>
      <dgm:spPr/>
    </dgm:pt>
    <dgm:pt modelId="{FE703A70-55CF-46E3-8521-208A18553D62}" type="pres">
      <dgm:prSet presAssocID="{F09D99F0-1BD8-4248-868E-AC1E37467335}" presName="childText" presStyleLbl="conFgAcc1" presStyleIdx="1" presStyleCnt="3">
        <dgm:presLayoutVars>
          <dgm:bulletEnabled val="1"/>
        </dgm:presLayoutVars>
      </dgm:prSet>
      <dgm:spPr/>
    </dgm:pt>
    <dgm:pt modelId="{2ECF1E01-D46E-48AE-AAB2-26C13D36B14D}" type="pres">
      <dgm:prSet presAssocID="{A3D31004-1982-4073-82F1-6F40CCF38893}" presName="spaceBetweenRectangles" presStyleCnt="0"/>
      <dgm:spPr/>
    </dgm:pt>
    <dgm:pt modelId="{EF71D3BD-F476-4F10-80F9-A3B895B5FF3C}" type="pres">
      <dgm:prSet presAssocID="{3289AB6C-D866-43B4-B037-AEC6B77FF1DD}" presName="parentLin" presStyleCnt="0"/>
      <dgm:spPr/>
    </dgm:pt>
    <dgm:pt modelId="{9228404D-A2C8-484B-803D-19066AF8711A}" type="pres">
      <dgm:prSet presAssocID="{3289AB6C-D866-43B4-B037-AEC6B77FF1D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AF85A0C-8A7D-4BBD-B2E3-E3B32FD1B3CD}" type="pres">
      <dgm:prSet presAssocID="{3289AB6C-D866-43B4-B037-AEC6B77FF1DD}" presName="parentText" presStyleLbl="node1" presStyleIdx="2" presStyleCnt="3" custScaleX="123951" custScaleY="25939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3F572-25F5-4744-BD95-4E309787327F}" type="pres">
      <dgm:prSet presAssocID="{3289AB6C-D866-43B4-B037-AEC6B77FF1DD}" presName="negativeSpace" presStyleCnt="0"/>
      <dgm:spPr/>
    </dgm:pt>
    <dgm:pt modelId="{A27A27D4-F078-4D59-8E46-1129489B5E9F}" type="pres">
      <dgm:prSet presAssocID="{3289AB6C-D866-43B4-B037-AEC6B77FF1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1FE5CC8-83B5-450B-AC0A-48964FE5BC3B}" type="presOf" srcId="{F09D99F0-1BD8-4248-868E-AC1E37467335}" destId="{BE3413D2-5B8A-4A19-B15E-8346415AF274}" srcOrd="1" destOrd="0" presId="urn:microsoft.com/office/officeart/2005/8/layout/list1"/>
    <dgm:cxn modelId="{FD764710-D743-4804-B200-2E1FFA8D95AA}" type="presOf" srcId="{3289AB6C-D866-43B4-B037-AEC6B77FF1DD}" destId="{9228404D-A2C8-484B-803D-19066AF8711A}" srcOrd="0" destOrd="0" presId="urn:microsoft.com/office/officeart/2005/8/layout/list1"/>
    <dgm:cxn modelId="{AC3ED92A-4624-4EA6-9CFA-787BAD675594}" type="presOf" srcId="{F09D99F0-1BD8-4248-868E-AC1E37467335}" destId="{578A34F8-2DAC-42CA-AD03-7B2B0D6E89B9}" srcOrd="0" destOrd="0" presId="urn:microsoft.com/office/officeart/2005/8/layout/list1"/>
    <dgm:cxn modelId="{ECBB19D3-35AB-440C-9B5E-995E38B3C36A}" srcId="{DB820F71-79AA-414E-8059-8101EFC61C27}" destId="{CD28868E-BEAA-44BD-AFA8-331400477735}" srcOrd="0" destOrd="0" parTransId="{7C1C0A76-9FE4-40F4-B5E1-AF28841F5F4B}" sibTransId="{CA3FD399-5F48-4B32-9147-A2195629516F}"/>
    <dgm:cxn modelId="{E5C3146C-9C5C-4953-91CB-AAE04637E074}" type="presOf" srcId="{DB820F71-79AA-414E-8059-8101EFC61C27}" destId="{DB117A12-467A-438E-85B2-16E38CC3866B}" srcOrd="0" destOrd="0" presId="urn:microsoft.com/office/officeart/2005/8/layout/list1"/>
    <dgm:cxn modelId="{63A9461B-45C1-499C-818E-8A8D1C3DD481}" type="presOf" srcId="{3289AB6C-D866-43B4-B037-AEC6B77FF1DD}" destId="{DAF85A0C-8A7D-4BBD-B2E3-E3B32FD1B3CD}" srcOrd="1" destOrd="0" presId="urn:microsoft.com/office/officeart/2005/8/layout/list1"/>
    <dgm:cxn modelId="{6E48C986-B703-4787-8A3D-084A4BF4CB93}" srcId="{DB820F71-79AA-414E-8059-8101EFC61C27}" destId="{F09D99F0-1BD8-4248-868E-AC1E37467335}" srcOrd="1" destOrd="0" parTransId="{777A4301-8ED0-4198-AE96-6A8BB087D8BA}" sibTransId="{A3D31004-1982-4073-82F1-6F40CCF38893}"/>
    <dgm:cxn modelId="{821138CC-D03C-4343-9480-EF13C791086D}" srcId="{DB820F71-79AA-414E-8059-8101EFC61C27}" destId="{3289AB6C-D866-43B4-B037-AEC6B77FF1DD}" srcOrd="2" destOrd="0" parTransId="{65B53774-C962-4F48-885B-CB033A4005E8}" sibTransId="{C69F8DB2-B234-4C99-8C2C-32D2C0C1A1EE}"/>
    <dgm:cxn modelId="{5120FDE0-8972-45CB-ADDA-BD6080DE96E3}" type="presOf" srcId="{CD28868E-BEAA-44BD-AFA8-331400477735}" destId="{92D8A482-FD66-4F3B-91A4-E5553258C6B4}" srcOrd="0" destOrd="0" presId="urn:microsoft.com/office/officeart/2005/8/layout/list1"/>
    <dgm:cxn modelId="{FC860045-3744-46FA-BED0-6F6CE0519633}" type="presOf" srcId="{CD28868E-BEAA-44BD-AFA8-331400477735}" destId="{079F6CE2-472D-4D87-860B-59A9280B0599}" srcOrd="1" destOrd="0" presId="urn:microsoft.com/office/officeart/2005/8/layout/list1"/>
    <dgm:cxn modelId="{65DF3152-54EE-49E1-A857-E858CFB2115D}" type="presParOf" srcId="{DB117A12-467A-438E-85B2-16E38CC3866B}" destId="{865C72CB-5B50-4A32-ABE0-CC4FB3A9BEBB}" srcOrd="0" destOrd="0" presId="urn:microsoft.com/office/officeart/2005/8/layout/list1"/>
    <dgm:cxn modelId="{CB9C6925-BF7B-4B38-90A5-5AA105712401}" type="presParOf" srcId="{865C72CB-5B50-4A32-ABE0-CC4FB3A9BEBB}" destId="{92D8A482-FD66-4F3B-91A4-E5553258C6B4}" srcOrd="0" destOrd="0" presId="urn:microsoft.com/office/officeart/2005/8/layout/list1"/>
    <dgm:cxn modelId="{BD898249-A5CD-4D3A-9B8A-EEB1169F4812}" type="presParOf" srcId="{865C72CB-5B50-4A32-ABE0-CC4FB3A9BEBB}" destId="{079F6CE2-472D-4D87-860B-59A9280B0599}" srcOrd="1" destOrd="0" presId="urn:microsoft.com/office/officeart/2005/8/layout/list1"/>
    <dgm:cxn modelId="{B5B31687-2BE0-4223-84B6-A9FAA8E95C1D}" type="presParOf" srcId="{DB117A12-467A-438E-85B2-16E38CC3866B}" destId="{17185155-072C-4E4F-B891-73DA46502091}" srcOrd="1" destOrd="0" presId="urn:microsoft.com/office/officeart/2005/8/layout/list1"/>
    <dgm:cxn modelId="{1DCEE382-1E2D-47E8-9600-C96BECA91042}" type="presParOf" srcId="{DB117A12-467A-438E-85B2-16E38CC3866B}" destId="{231F835E-6F53-4B25-99E8-56ECB8EF8203}" srcOrd="2" destOrd="0" presId="urn:microsoft.com/office/officeart/2005/8/layout/list1"/>
    <dgm:cxn modelId="{43B46991-AF6B-43B6-B68D-DB7E3AB50903}" type="presParOf" srcId="{DB117A12-467A-438E-85B2-16E38CC3866B}" destId="{E0505270-6AF1-4669-BD68-3B806CB6A621}" srcOrd="3" destOrd="0" presId="urn:microsoft.com/office/officeart/2005/8/layout/list1"/>
    <dgm:cxn modelId="{5E840085-64A2-4DA4-A4DB-718F6572FEBA}" type="presParOf" srcId="{DB117A12-467A-438E-85B2-16E38CC3866B}" destId="{20CF3C09-467F-46F5-8C75-8B8DAE67CD2E}" srcOrd="4" destOrd="0" presId="urn:microsoft.com/office/officeart/2005/8/layout/list1"/>
    <dgm:cxn modelId="{23472521-F24A-48F8-B698-3F2ADD098AB6}" type="presParOf" srcId="{20CF3C09-467F-46F5-8C75-8B8DAE67CD2E}" destId="{578A34F8-2DAC-42CA-AD03-7B2B0D6E89B9}" srcOrd="0" destOrd="0" presId="urn:microsoft.com/office/officeart/2005/8/layout/list1"/>
    <dgm:cxn modelId="{597F7F92-75BB-4374-A311-84F8F2ADB13E}" type="presParOf" srcId="{20CF3C09-467F-46F5-8C75-8B8DAE67CD2E}" destId="{BE3413D2-5B8A-4A19-B15E-8346415AF274}" srcOrd="1" destOrd="0" presId="urn:microsoft.com/office/officeart/2005/8/layout/list1"/>
    <dgm:cxn modelId="{729CEBF2-1868-485C-B2D5-9FA178927DC8}" type="presParOf" srcId="{DB117A12-467A-438E-85B2-16E38CC3866B}" destId="{F12A6EA9-85C7-4700-A221-7A4CC5B39C36}" srcOrd="5" destOrd="0" presId="urn:microsoft.com/office/officeart/2005/8/layout/list1"/>
    <dgm:cxn modelId="{FE72889A-5BE4-42E1-B9D1-A50B0028CA3F}" type="presParOf" srcId="{DB117A12-467A-438E-85B2-16E38CC3866B}" destId="{FE703A70-55CF-46E3-8521-208A18553D62}" srcOrd="6" destOrd="0" presId="urn:microsoft.com/office/officeart/2005/8/layout/list1"/>
    <dgm:cxn modelId="{C5BCCBC2-CCFC-42C8-AD3C-41A4BBCD88EF}" type="presParOf" srcId="{DB117A12-467A-438E-85B2-16E38CC3866B}" destId="{2ECF1E01-D46E-48AE-AAB2-26C13D36B14D}" srcOrd="7" destOrd="0" presId="urn:microsoft.com/office/officeart/2005/8/layout/list1"/>
    <dgm:cxn modelId="{608A4D1A-C778-468F-9C62-015DA61EE2D7}" type="presParOf" srcId="{DB117A12-467A-438E-85B2-16E38CC3866B}" destId="{EF71D3BD-F476-4F10-80F9-A3B895B5FF3C}" srcOrd="8" destOrd="0" presId="urn:microsoft.com/office/officeart/2005/8/layout/list1"/>
    <dgm:cxn modelId="{9A603DAB-AEAD-4FD0-8C11-D877D060A2FB}" type="presParOf" srcId="{EF71D3BD-F476-4F10-80F9-A3B895B5FF3C}" destId="{9228404D-A2C8-484B-803D-19066AF8711A}" srcOrd="0" destOrd="0" presId="urn:microsoft.com/office/officeart/2005/8/layout/list1"/>
    <dgm:cxn modelId="{5B22DB96-33F5-4730-A25B-AD7909A9F5BA}" type="presParOf" srcId="{EF71D3BD-F476-4F10-80F9-A3B895B5FF3C}" destId="{DAF85A0C-8A7D-4BBD-B2E3-E3B32FD1B3CD}" srcOrd="1" destOrd="0" presId="urn:microsoft.com/office/officeart/2005/8/layout/list1"/>
    <dgm:cxn modelId="{BFC7A963-144F-485E-8AE9-D09066777F1B}" type="presParOf" srcId="{DB117A12-467A-438E-85B2-16E38CC3866B}" destId="{F2D3F572-25F5-4744-BD95-4E309787327F}" srcOrd="9" destOrd="0" presId="urn:microsoft.com/office/officeart/2005/8/layout/list1"/>
    <dgm:cxn modelId="{B3E62471-98BF-421B-9325-42DD2EE99B19}" type="presParOf" srcId="{DB117A12-467A-438E-85B2-16E38CC3866B}" destId="{A27A27D4-F078-4D59-8E46-1129489B5E9F}" srcOrd="10" destOrd="0" presId="urn:microsoft.com/office/officeart/2005/8/layout/lis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2CF0C-05D6-4B7C-B6E3-1FF8B2E77FE8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BF73B-C930-4DFC-BA1F-42B53CD927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342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8685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027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7369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712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054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396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4739" algn="l" defTabSz="10886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BF73B-C930-4DFC-BA1F-42B53CD927F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1" y="2131905"/>
            <a:ext cx="10361851" cy="14710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2" y="3888899"/>
            <a:ext cx="8533289" cy="17538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0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4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59" y="4409961"/>
            <a:ext cx="10361851" cy="1363021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59" y="2908732"/>
            <a:ext cx="10361851" cy="1501229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434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8868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3302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17736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21712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26605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1039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35473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1" y="1601312"/>
            <a:ext cx="5384099" cy="4529106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3" y="1601312"/>
            <a:ext cx="5384099" cy="4529106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536179"/>
            <a:ext cx="5386216" cy="640206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342" indent="0">
              <a:buNone/>
              <a:defRPr sz="2400" b="1"/>
            </a:lvl2pPr>
            <a:lvl3pPr marL="1088685" indent="0">
              <a:buNone/>
              <a:defRPr sz="2100" b="1"/>
            </a:lvl3pPr>
            <a:lvl4pPr marL="1633027" indent="0">
              <a:buNone/>
              <a:defRPr sz="1900" b="1"/>
            </a:lvl4pPr>
            <a:lvl5pPr marL="2177369" indent="0">
              <a:buNone/>
              <a:defRPr sz="1900" b="1"/>
            </a:lvl5pPr>
            <a:lvl6pPr marL="2721712" indent="0">
              <a:buNone/>
              <a:defRPr sz="1900" b="1"/>
            </a:lvl6pPr>
            <a:lvl7pPr marL="3266054" indent="0">
              <a:buNone/>
              <a:defRPr sz="1900" b="1"/>
            </a:lvl7pPr>
            <a:lvl8pPr marL="3810396" indent="0">
              <a:buNone/>
              <a:defRPr sz="1900" b="1"/>
            </a:lvl8pPr>
            <a:lvl9pPr marL="4354739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1" y="2176386"/>
            <a:ext cx="5386216" cy="3954032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1" y="1536179"/>
            <a:ext cx="5388332" cy="640206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342" indent="0">
              <a:buNone/>
              <a:defRPr sz="2400" b="1"/>
            </a:lvl2pPr>
            <a:lvl3pPr marL="1088685" indent="0">
              <a:buNone/>
              <a:defRPr sz="2100" b="1"/>
            </a:lvl3pPr>
            <a:lvl4pPr marL="1633027" indent="0">
              <a:buNone/>
              <a:defRPr sz="1900" b="1"/>
            </a:lvl4pPr>
            <a:lvl5pPr marL="2177369" indent="0">
              <a:buNone/>
              <a:defRPr sz="1900" b="1"/>
            </a:lvl5pPr>
            <a:lvl6pPr marL="2721712" indent="0">
              <a:buNone/>
              <a:defRPr sz="1900" b="1"/>
            </a:lvl6pPr>
            <a:lvl7pPr marL="3266054" indent="0">
              <a:buNone/>
              <a:defRPr sz="1900" b="1"/>
            </a:lvl7pPr>
            <a:lvl8pPr marL="3810396" indent="0">
              <a:buNone/>
              <a:defRPr sz="1900" b="1"/>
            </a:lvl8pPr>
            <a:lvl9pPr marL="4354739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1" y="2176386"/>
            <a:ext cx="5388332" cy="3954032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273240"/>
            <a:ext cx="4010562" cy="1162857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240"/>
            <a:ext cx="6814779" cy="5857178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1" y="1436097"/>
            <a:ext cx="4010562" cy="4694321"/>
          </a:xfrm>
        </p:spPr>
        <p:txBody>
          <a:bodyPr/>
          <a:lstStyle>
            <a:lvl1pPr marL="0" indent="0">
              <a:buNone/>
              <a:defRPr sz="1700"/>
            </a:lvl1pPr>
            <a:lvl2pPr marL="544342" indent="0">
              <a:buNone/>
              <a:defRPr sz="1400"/>
            </a:lvl2pPr>
            <a:lvl3pPr marL="1088685" indent="0">
              <a:buNone/>
              <a:defRPr sz="1200"/>
            </a:lvl3pPr>
            <a:lvl4pPr marL="1633027" indent="0">
              <a:buNone/>
              <a:defRPr sz="1100"/>
            </a:lvl4pPr>
            <a:lvl5pPr marL="2177369" indent="0">
              <a:buNone/>
              <a:defRPr sz="1100"/>
            </a:lvl5pPr>
            <a:lvl6pPr marL="2721712" indent="0">
              <a:buNone/>
              <a:defRPr sz="1100"/>
            </a:lvl6pPr>
            <a:lvl7pPr marL="3266054" indent="0">
              <a:buNone/>
              <a:defRPr sz="1100"/>
            </a:lvl7pPr>
            <a:lvl8pPr marL="3810396" indent="0">
              <a:buNone/>
              <a:defRPr sz="1100"/>
            </a:lvl8pPr>
            <a:lvl9pPr marL="435473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3934"/>
            <a:ext cx="7314248" cy="567132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3200"/>
            <a:ext cx="7314248" cy="4117658"/>
          </a:xfrm>
        </p:spPr>
        <p:txBody>
          <a:bodyPr/>
          <a:lstStyle>
            <a:lvl1pPr marL="0" indent="0">
              <a:buNone/>
              <a:defRPr sz="3800"/>
            </a:lvl1pPr>
            <a:lvl2pPr marL="544342" indent="0">
              <a:buNone/>
              <a:defRPr sz="3300"/>
            </a:lvl2pPr>
            <a:lvl3pPr marL="1088685" indent="0">
              <a:buNone/>
              <a:defRPr sz="2900"/>
            </a:lvl3pPr>
            <a:lvl4pPr marL="1633027" indent="0">
              <a:buNone/>
              <a:defRPr sz="2400"/>
            </a:lvl4pPr>
            <a:lvl5pPr marL="2177369" indent="0">
              <a:buNone/>
              <a:defRPr sz="2400"/>
            </a:lvl5pPr>
            <a:lvl6pPr marL="2721712" indent="0">
              <a:buNone/>
              <a:defRPr sz="2400"/>
            </a:lvl6pPr>
            <a:lvl7pPr marL="3266054" indent="0">
              <a:buNone/>
              <a:defRPr sz="2400"/>
            </a:lvl7pPr>
            <a:lvl8pPr marL="3810396" indent="0">
              <a:buNone/>
              <a:defRPr sz="2400"/>
            </a:lvl8pPr>
            <a:lvl9pPr marL="4354739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71066"/>
            <a:ext cx="7314248" cy="805421"/>
          </a:xfrm>
        </p:spPr>
        <p:txBody>
          <a:bodyPr/>
          <a:lstStyle>
            <a:lvl1pPr marL="0" indent="0">
              <a:buNone/>
              <a:defRPr sz="1700"/>
            </a:lvl1pPr>
            <a:lvl2pPr marL="544342" indent="0">
              <a:buNone/>
              <a:defRPr sz="1400"/>
            </a:lvl2pPr>
            <a:lvl3pPr marL="1088685" indent="0">
              <a:buNone/>
              <a:defRPr sz="1200"/>
            </a:lvl3pPr>
            <a:lvl4pPr marL="1633027" indent="0">
              <a:buNone/>
              <a:defRPr sz="1100"/>
            </a:lvl4pPr>
            <a:lvl5pPr marL="2177369" indent="0">
              <a:buNone/>
              <a:defRPr sz="1100"/>
            </a:lvl5pPr>
            <a:lvl6pPr marL="2721712" indent="0">
              <a:buNone/>
              <a:defRPr sz="1100"/>
            </a:lvl6pPr>
            <a:lvl7pPr marL="3266054" indent="0">
              <a:buNone/>
              <a:defRPr sz="1100"/>
            </a:lvl7pPr>
            <a:lvl8pPr marL="3810396" indent="0">
              <a:buNone/>
              <a:defRPr sz="1100"/>
            </a:lvl8pPr>
            <a:lvl9pPr marL="435473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49" y="274829"/>
            <a:ext cx="2742843" cy="585558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1" y="274829"/>
            <a:ext cx="8025355" cy="5855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829"/>
            <a:ext cx="10971372" cy="1143794"/>
          </a:xfrm>
          <a:prstGeom prst="rect">
            <a:avLst/>
          </a:prstGeom>
        </p:spPr>
        <p:txBody>
          <a:bodyPr vert="horz" lIns="108868" tIns="54434" rIns="108868" bIns="5443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1312"/>
            <a:ext cx="10971372" cy="4529106"/>
          </a:xfrm>
          <a:prstGeom prst="rect">
            <a:avLst/>
          </a:prstGeom>
        </p:spPr>
        <p:txBody>
          <a:bodyPr vert="horz" lIns="108868" tIns="54434" rIns="108868" bIns="5443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60765"/>
            <a:ext cx="2844430" cy="365379"/>
          </a:xfrm>
          <a:prstGeom prst="rect">
            <a:avLst/>
          </a:prstGeom>
        </p:spPr>
        <p:txBody>
          <a:bodyPr vert="horz" lIns="108868" tIns="54434" rIns="108868" bIns="5443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F845C-A430-4984-8FC6-1E2DDADA626F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60765"/>
            <a:ext cx="3860297" cy="365379"/>
          </a:xfrm>
          <a:prstGeom prst="rect">
            <a:avLst/>
          </a:prstGeom>
        </p:spPr>
        <p:txBody>
          <a:bodyPr vert="horz" lIns="108868" tIns="54434" rIns="108868" bIns="5443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60765"/>
            <a:ext cx="2844430" cy="365379"/>
          </a:xfrm>
          <a:prstGeom prst="rect">
            <a:avLst/>
          </a:prstGeom>
        </p:spPr>
        <p:txBody>
          <a:bodyPr vert="horz" lIns="108868" tIns="54434" rIns="108868" bIns="5443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3284E-CE59-441C-A948-4351360026F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88685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257" indent="-408257" algn="l" defTabSz="1088685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6" indent="-340214" algn="l" defTabSz="1088685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56" indent="-272171" algn="l" defTabSz="108868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198" indent="-272171" algn="l" defTabSz="1088685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540" indent="-272171" algn="l" defTabSz="1088685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883" indent="-272171" algn="l" defTabSz="10886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225" indent="-272171" algn="l" defTabSz="10886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567" indent="-272171" algn="l" defTabSz="10886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910" indent="-272171" algn="l" defTabSz="10886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42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685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027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369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712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054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396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739" algn="l" defTabSz="10886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QuickStyle" Target="../diagrams/quickStyle5.xml"/><Relationship Id="rId18" Type="http://schemas.openxmlformats.org/officeDocument/2006/relationships/diagramQuickStyle" Target="../diagrams/quickStyle6.xml"/><Relationship Id="rId3" Type="http://schemas.openxmlformats.org/officeDocument/2006/relationships/diagramData" Target="../diagrams/data3.xml"/><Relationship Id="rId21" Type="http://schemas.openxmlformats.org/officeDocument/2006/relationships/diagramLayout" Target="../diagrams/layout7.xml"/><Relationship Id="rId7" Type="http://schemas.openxmlformats.org/officeDocument/2006/relationships/diagramData" Target="../diagrams/data4.xml"/><Relationship Id="rId12" Type="http://schemas.openxmlformats.org/officeDocument/2006/relationships/diagramLayout" Target="../diagrams/layout5.xml"/><Relationship Id="rId17" Type="http://schemas.openxmlformats.org/officeDocument/2006/relationships/diagramLayout" Target="../diagrams/layout6.xml"/><Relationship Id="rId2" Type="http://schemas.openxmlformats.org/officeDocument/2006/relationships/notesSlide" Target="../notesSlides/notesSlide2.xml"/><Relationship Id="rId16" Type="http://schemas.openxmlformats.org/officeDocument/2006/relationships/diagramData" Target="../diagrams/data6.xml"/><Relationship Id="rId20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Data" Target="../diagrams/data5.xml"/><Relationship Id="rId24" Type="http://schemas.openxmlformats.org/officeDocument/2006/relationships/image" Target="../media/image2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1.png"/><Relationship Id="rId23" Type="http://schemas.openxmlformats.org/officeDocument/2006/relationships/diagramColors" Target="../diagrams/colors7.xml"/><Relationship Id="rId10" Type="http://schemas.openxmlformats.org/officeDocument/2006/relationships/diagramColors" Target="../diagrams/colors4.xml"/><Relationship Id="rId19" Type="http://schemas.openxmlformats.org/officeDocument/2006/relationships/diagramColors" Target="../diagrams/colors6.xml"/><Relationship Id="rId4" Type="http://schemas.openxmlformats.org/officeDocument/2006/relationships/diagramLayout" Target="../diagrams/layout3.xml"/><Relationship Id="rId9" Type="http://schemas.openxmlformats.org/officeDocument/2006/relationships/diagramQuickStyle" Target="../diagrams/quickStyle4.xml"/><Relationship Id="rId14" Type="http://schemas.openxmlformats.org/officeDocument/2006/relationships/diagramColors" Target="../diagrams/colors5.xml"/><Relationship Id="rId22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11" Type="http://schemas.openxmlformats.org/officeDocument/2006/relationships/diagramColors" Target="../diagrams/colors10.xml"/><Relationship Id="rId5" Type="http://schemas.openxmlformats.org/officeDocument/2006/relationships/diagramLayout" Target="../diagrams/layout9.xml"/><Relationship Id="rId10" Type="http://schemas.openxmlformats.org/officeDocument/2006/relationships/diagramQuickStyle" Target="../diagrams/quickStyle10.xml"/><Relationship Id="rId4" Type="http://schemas.openxmlformats.org/officeDocument/2006/relationships/diagramData" Target="../diagrams/data9.xml"/><Relationship Id="rId9" Type="http://schemas.openxmlformats.org/officeDocument/2006/relationships/diagramLayout" Target="../diagrams/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3" Type="http://schemas.openxmlformats.org/officeDocument/2006/relationships/diagramLayout" Target="../diagrams/layout15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5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diagramColors" Target="../diagrams/colors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619015" y="1587880"/>
            <a:ext cx="1904765" cy="107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n    </a:t>
            </a:r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4307087" y="729136"/>
            <a:ext cx="1142859" cy="857851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pic>
        <p:nvPicPr>
          <p:cNvPr id="26" name="Content Placeholder 25" descr="Cap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6962" y="1771990"/>
            <a:ext cx="1714289" cy="857851"/>
          </a:xfrm>
        </p:spPr>
      </p:pic>
      <p:sp>
        <p:nvSpPr>
          <p:cNvPr id="5" name="TextBox 4"/>
          <p:cNvSpPr txBox="1"/>
          <p:nvPr/>
        </p:nvSpPr>
        <p:spPr>
          <a:xfrm>
            <a:off x="4415500" y="972647"/>
            <a:ext cx="1333336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PPI Database</a:t>
            </a:r>
            <a:endParaRPr lang="en-US" sz="17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857109" y="2144604"/>
            <a:ext cx="761906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 rot="5400000">
            <a:off x="9511434" y="228118"/>
            <a:ext cx="1072316" cy="3523817"/>
          </a:xfrm>
          <a:prstGeom prst="rect">
            <a:avLst/>
          </a:prstGeom>
          <a:solidFill>
            <a:srgbClr val="FDE7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25754" y="1784969"/>
            <a:ext cx="1523812" cy="6433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132449" y="1784969"/>
            <a:ext cx="1523812" cy="643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463263" y="1734152"/>
            <a:ext cx="1545495" cy="89476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Amino Acid Composition (AAC)</a:t>
            </a:r>
            <a:endParaRPr lang="en-US" sz="1700" dirty="0"/>
          </a:p>
        </p:txBody>
      </p:sp>
      <p:sp>
        <p:nvSpPr>
          <p:cNvPr id="34" name="TextBox 33"/>
          <p:cNvSpPr txBox="1"/>
          <p:nvPr/>
        </p:nvSpPr>
        <p:spPr>
          <a:xfrm>
            <a:off x="10244978" y="1795957"/>
            <a:ext cx="1428574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Conjoint Triad (CT)</a:t>
            </a:r>
            <a:endParaRPr lang="en-US" sz="1700" dirty="0"/>
          </a:p>
        </p:txBody>
      </p:sp>
      <p:cxnSp>
        <p:nvCxnSpPr>
          <p:cNvPr id="38" name="Straight Arrow Connector 37"/>
          <p:cNvCxnSpPr/>
          <p:nvPr/>
        </p:nvCxnSpPr>
        <p:spPr>
          <a:xfrm rot="5400000">
            <a:off x="9907194" y="2907557"/>
            <a:ext cx="187680" cy="2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061956" y="3014166"/>
            <a:ext cx="1904765" cy="3574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9522136" y="3044519"/>
            <a:ext cx="142857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AAC+CT</a:t>
            </a:r>
            <a:endParaRPr lang="en-US" sz="1700" dirty="0"/>
          </a:p>
        </p:txBody>
      </p:sp>
      <p:sp>
        <p:nvSpPr>
          <p:cNvPr id="41" name="Rectangle 40"/>
          <p:cNvSpPr/>
          <p:nvPr/>
        </p:nvSpPr>
        <p:spPr>
          <a:xfrm>
            <a:off x="9080711" y="3581604"/>
            <a:ext cx="1904765" cy="357438"/>
          </a:xfrm>
          <a:prstGeom prst="rect">
            <a:avLst/>
          </a:prstGeom>
          <a:solidFill>
            <a:srgbClr val="79D5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9628995" y="3610858"/>
            <a:ext cx="1238097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PCA</a:t>
            </a:r>
            <a:endParaRPr lang="en-US" sz="1700" dirty="0"/>
          </a:p>
        </p:txBody>
      </p:sp>
      <p:cxnSp>
        <p:nvCxnSpPr>
          <p:cNvPr id="44" name="Straight Arrow Connector 43"/>
          <p:cNvCxnSpPr/>
          <p:nvPr/>
        </p:nvCxnSpPr>
        <p:spPr>
          <a:xfrm rot="5400000">
            <a:off x="9899800" y="3473122"/>
            <a:ext cx="201410" cy="1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30" idx="2"/>
          </p:cNvCxnSpPr>
          <p:nvPr/>
        </p:nvCxnSpPr>
        <p:spPr>
          <a:xfrm flipV="1">
            <a:off x="7523781" y="1990027"/>
            <a:ext cx="761903" cy="116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rot="16200000" flipH="1">
            <a:off x="9094335" y="2572771"/>
            <a:ext cx="285410" cy="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10619833" y="2573398"/>
            <a:ext cx="285156" cy="1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9238069" y="2701981"/>
            <a:ext cx="666668" cy="151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rot="10800000">
            <a:off x="10095214" y="2716505"/>
            <a:ext cx="666668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904737" y="2671800"/>
            <a:ext cx="190477" cy="142975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565678" y="1517493"/>
            <a:ext cx="200000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Protein Sequence</a:t>
            </a:r>
            <a:endParaRPr lang="en-US" sz="1700" dirty="0"/>
          </a:p>
        </p:txBody>
      </p:sp>
      <p:cxnSp>
        <p:nvCxnSpPr>
          <p:cNvPr id="35" name="Straight Arrow Connector 34"/>
          <p:cNvCxnSpPr/>
          <p:nvPr/>
        </p:nvCxnSpPr>
        <p:spPr>
          <a:xfrm rot="5400000">
            <a:off x="4286135" y="2215960"/>
            <a:ext cx="1143007" cy="1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Magnetic Disk 42"/>
          <p:cNvSpPr/>
          <p:nvPr/>
        </p:nvSpPr>
        <p:spPr>
          <a:xfrm>
            <a:off x="5924949" y="229616"/>
            <a:ext cx="1142859" cy="857851"/>
          </a:xfrm>
          <a:prstGeom prst="flowChartMagneticDisk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979750" y="585955"/>
            <a:ext cx="1047621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err="1" smtClean="0"/>
              <a:t>Uniprot</a:t>
            </a:r>
            <a:endParaRPr lang="en-US" sz="1700" dirty="0"/>
          </a:p>
        </p:txBody>
      </p:sp>
      <p:cxnSp>
        <p:nvCxnSpPr>
          <p:cNvPr id="56" name="Straight Arrow Connector 55"/>
          <p:cNvCxnSpPr/>
          <p:nvPr/>
        </p:nvCxnSpPr>
        <p:spPr>
          <a:xfrm rot="16200000" flipH="1">
            <a:off x="6235331" y="1328295"/>
            <a:ext cx="500415" cy="187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751760" y="2806364"/>
            <a:ext cx="1904765" cy="571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787806" y="2850589"/>
            <a:ext cx="1904765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Non interaction data</a:t>
            </a:r>
            <a:endParaRPr lang="en-US" sz="1700" dirty="0"/>
          </a:p>
        </p:txBody>
      </p:sp>
      <p:graphicFrame>
        <p:nvGraphicFramePr>
          <p:cNvPr id="59" name="Diagram 58"/>
          <p:cNvGraphicFramePr/>
          <p:nvPr/>
        </p:nvGraphicFramePr>
        <p:xfrm>
          <a:off x="571387" y="983356"/>
          <a:ext cx="2623306" cy="2645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1" name="Flowchart: Process 60"/>
          <p:cNvSpPr/>
          <p:nvPr/>
        </p:nvSpPr>
        <p:spPr>
          <a:xfrm>
            <a:off x="3142821" y="1108277"/>
            <a:ext cx="60951" cy="250206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>
            <a:off x="3238059" y="3098460"/>
            <a:ext cx="476191" cy="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hape 101"/>
          <p:cNvCxnSpPr/>
          <p:nvPr/>
        </p:nvCxnSpPr>
        <p:spPr>
          <a:xfrm rot="5400000">
            <a:off x="3923804" y="786848"/>
            <a:ext cx="2172544" cy="1829746"/>
          </a:xfrm>
          <a:prstGeom prst="bentConnector3">
            <a:avLst>
              <a:gd name="adj1" fmla="val -214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Bent-Up Arrow 106"/>
          <p:cNvSpPr/>
          <p:nvPr/>
        </p:nvSpPr>
        <p:spPr>
          <a:xfrm>
            <a:off x="5676709" y="2687457"/>
            <a:ext cx="761906" cy="386486"/>
          </a:xfrm>
          <a:prstGeom prst="bentUpArrow">
            <a:avLst>
              <a:gd name="adj1" fmla="val 0"/>
              <a:gd name="adj2" fmla="val 7223"/>
              <a:gd name="adj3" fmla="val 7223"/>
            </a:avLst>
          </a:prstGeom>
          <a:solidFill>
            <a:srgbClr val="E88078"/>
          </a:solidFill>
          <a:ln>
            <a:solidFill>
              <a:srgbClr val="AAE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>
              <a:solidFill>
                <a:srgbClr val="E88078"/>
              </a:solidFill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11108" y="4432208"/>
            <a:ext cx="2031855" cy="1496881"/>
            <a:chOff x="938010" y="4359996"/>
            <a:chExt cx="1524090" cy="1495842"/>
          </a:xfrm>
        </p:grpSpPr>
        <p:sp>
          <p:nvSpPr>
            <p:cNvPr id="47" name="Oval 46"/>
            <p:cNvSpPr/>
            <p:nvPr/>
          </p:nvSpPr>
          <p:spPr>
            <a:xfrm>
              <a:off x="1295376" y="502693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1426002" y="479471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1759824" y="485458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1571142" y="511402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984232" y="514305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1295376" y="528819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1629198" y="546235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/>
            <p:cNvCxnSpPr>
              <a:stCxn id="55" idx="5"/>
              <a:endCxn id="47" idx="0"/>
            </p:cNvCxnSpPr>
            <p:nvPr/>
          </p:nvCxnSpPr>
          <p:spPr>
            <a:xfrm rot="16200000" flipH="1">
              <a:off x="1128932" y="4824775"/>
              <a:ext cx="255006" cy="1493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1120800" y="471095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/>
            <p:cNvCxnSpPr>
              <a:stCxn id="51" idx="7"/>
              <a:endCxn id="47" idx="2"/>
            </p:cNvCxnSpPr>
            <p:nvPr/>
          </p:nvCxnSpPr>
          <p:spPr>
            <a:xfrm rot="5400000" flipH="1" flipV="1">
              <a:off x="1124865" y="4983001"/>
              <a:ext cx="90855" cy="250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55" idx="6"/>
              <a:endCxn id="48" idx="1"/>
            </p:cNvCxnSpPr>
            <p:nvPr/>
          </p:nvCxnSpPr>
          <p:spPr>
            <a:xfrm>
              <a:off x="1192238" y="4746675"/>
              <a:ext cx="244226" cy="585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1305958" y="4904168"/>
              <a:ext cx="169179" cy="76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47" idx="4"/>
              <a:endCxn id="52" idx="0"/>
            </p:cNvCxnSpPr>
            <p:nvPr/>
          </p:nvCxnSpPr>
          <p:spPr>
            <a:xfrm rot="5400000">
              <a:off x="1236188" y="5193283"/>
              <a:ext cx="18981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47" idx="6"/>
              <a:endCxn id="50" idx="2"/>
            </p:cNvCxnSpPr>
            <p:nvPr/>
          </p:nvCxnSpPr>
          <p:spPr>
            <a:xfrm>
              <a:off x="1366814" y="5062657"/>
              <a:ext cx="204328" cy="870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52" idx="7"/>
              <a:endCxn id="50" idx="3"/>
            </p:cNvCxnSpPr>
            <p:nvPr/>
          </p:nvCxnSpPr>
          <p:spPr>
            <a:xfrm rot="5400000" flipH="1" flipV="1">
              <a:off x="1407151" y="5124199"/>
              <a:ext cx="123654" cy="2252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50" idx="7"/>
              <a:endCxn id="49" idx="3"/>
            </p:cNvCxnSpPr>
            <p:nvPr/>
          </p:nvCxnSpPr>
          <p:spPr>
            <a:xfrm rot="5400000" flipH="1" flipV="1">
              <a:off x="1596740" y="4950938"/>
              <a:ext cx="208924" cy="138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53" idx="0"/>
              <a:endCxn id="50" idx="4"/>
            </p:cNvCxnSpPr>
            <p:nvPr/>
          </p:nvCxnSpPr>
          <p:spPr>
            <a:xfrm rot="16200000" flipV="1">
              <a:off x="1497440" y="5294881"/>
              <a:ext cx="276898" cy="58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48" idx="6"/>
              <a:endCxn id="49" idx="2"/>
            </p:cNvCxnSpPr>
            <p:nvPr/>
          </p:nvCxnSpPr>
          <p:spPr>
            <a:xfrm>
              <a:off x="1497440" y="4830433"/>
              <a:ext cx="262384" cy="598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1428728" y="439726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1774712" y="435999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1353186" y="560660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600182" y="578440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Connector 73"/>
            <p:cNvCxnSpPr>
              <a:stCxn id="70" idx="4"/>
              <a:endCxn id="48" idx="0"/>
            </p:cNvCxnSpPr>
            <p:nvPr/>
          </p:nvCxnSpPr>
          <p:spPr>
            <a:xfrm rot="5400000">
              <a:off x="1300077" y="4630344"/>
              <a:ext cx="326014" cy="27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70" idx="6"/>
              <a:endCxn id="71" idx="2"/>
            </p:cNvCxnSpPr>
            <p:nvPr/>
          </p:nvCxnSpPr>
          <p:spPr>
            <a:xfrm flipV="1">
              <a:off x="1500166" y="4395715"/>
              <a:ext cx="274546" cy="372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51" idx="6"/>
              <a:endCxn id="52" idx="1"/>
            </p:cNvCxnSpPr>
            <p:nvPr/>
          </p:nvCxnSpPr>
          <p:spPr>
            <a:xfrm>
              <a:off x="1055670" y="5178769"/>
              <a:ext cx="250168" cy="119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53" idx="2"/>
            </p:cNvCxnSpPr>
            <p:nvPr/>
          </p:nvCxnSpPr>
          <p:spPr>
            <a:xfrm rot="5400000" flipH="1" flipV="1">
              <a:off x="1462188" y="5450052"/>
              <a:ext cx="118985" cy="2150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53" idx="4"/>
            </p:cNvCxnSpPr>
            <p:nvPr/>
          </p:nvCxnSpPr>
          <p:spPr>
            <a:xfrm rot="5400000">
              <a:off x="1527652" y="5649187"/>
              <a:ext cx="252656" cy="21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52" idx="4"/>
              <a:endCxn id="72" idx="0"/>
            </p:cNvCxnSpPr>
            <p:nvPr/>
          </p:nvCxnSpPr>
          <p:spPr>
            <a:xfrm rot="16200000" flipH="1">
              <a:off x="1236514" y="5454209"/>
              <a:ext cx="246972" cy="57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1946046" y="564765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/>
            <p:cNvCxnSpPr>
              <a:stCxn id="53" idx="6"/>
              <a:endCxn id="80" idx="1"/>
            </p:cNvCxnSpPr>
            <p:nvPr/>
          </p:nvCxnSpPr>
          <p:spPr>
            <a:xfrm>
              <a:off x="1700636" y="5498077"/>
              <a:ext cx="255872" cy="1600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/>
            <p:cNvSpPr/>
            <p:nvPr/>
          </p:nvSpPr>
          <p:spPr>
            <a:xfrm>
              <a:off x="2016462" y="521968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Connector 83"/>
            <p:cNvCxnSpPr/>
            <p:nvPr/>
          </p:nvCxnSpPr>
          <p:spPr>
            <a:xfrm>
              <a:off x="1643044" y="5143514"/>
              <a:ext cx="367069" cy="930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53" idx="7"/>
              <a:endCxn id="83" idx="2"/>
            </p:cNvCxnSpPr>
            <p:nvPr/>
          </p:nvCxnSpPr>
          <p:spPr>
            <a:xfrm rot="5400000" flipH="1" flipV="1">
              <a:off x="1744611" y="5200969"/>
              <a:ext cx="217415" cy="3262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85"/>
            <p:cNvSpPr/>
            <p:nvPr/>
          </p:nvSpPr>
          <p:spPr>
            <a:xfrm>
              <a:off x="1974410" y="454392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938010" y="551616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2214546" y="480449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>
            <a:xfrm>
              <a:off x="2390662" y="525338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/>
            <p:cNvCxnSpPr>
              <a:stCxn id="86" idx="3"/>
              <a:endCxn id="49" idx="0"/>
            </p:cNvCxnSpPr>
            <p:nvPr/>
          </p:nvCxnSpPr>
          <p:spPr>
            <a:xfrm rot="5400000">
              <a:off x="1765368" y="4635080"/>
              <a:ext cx="249680" cy="1893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52" idx="2"/>
              <a:endCxn id="88" idx="7"/>
            </p:cNvCxnSpPr>
            <p:nvPr/>
          </p:nvCxnSpPr>
          <p:spPr>
            <a:xfrm rot="10800000" flipV="1">
              <a:off x="998986" y="5323908"/>
              <a:ext cx="296390" cy="2027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49" idx="6"/>
            </p:cNvCxnSpPr>
            <p:nvPr/>
          </p:nvCxnSpPr>
          <p:spPr>
            <a:xfrm flipV="1">
              <a:off x="1831262" y="4857760"/>
              <a:ext cx="383284" cy="32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83" idx="4"/>
            </p:cNvCxnSpPr>
            <p:nvPr/>
          </p:nvCxnSpPr>
          <p:spPr>
            <a:xfrm rot="5400000">
              <a:off x="1849979" y="5441378"/>
              <a:ext cx="352456" cy="519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89" idx="3"/>
              <a:endCxn id="83" idx="0"/>
            </p:cNvCxnSpPr>
            <p:nvPr/>
          </p:nvCxnSpPr>
          <p:spPr>
            <a:xfrm rot="5400000">
              <a:off x="1961488" y="4956166"/>
              <a:ext cx="354214" cy="1728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stCxn id="83" idx="6"/>
              <a:endCxn id="90" idx="2"/>
            </p:cNvCxnSpPr>
            <p:nvPr/>
          </p:nvCxnSpPr>
          <p:spPr>
            <a:xfrm>
              <a:off x="2087900" y="5255405"/>
              <a:ext cx="302762" cy="33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/>
          <p:cNvGrpSpPr/>
          <p:nvPr/>
        </p:nvGrpSpPr>
        <p:grpSpPr>
          <a:xfrm>
            <a:off x="1439040" y="4112542"/>
            <a:ext cx="3934914" cy="2464294"/>
            <a:chOff x="511148" y="2225126"/>
            <a:chExt cx="3366071" cy="3460929"/>
          </a:xfrm>
        </p:grpSpPr>
        <p:sp>
          <p:nvSpPr>
            <p:cNvPr id="118" name="Rounded Rectangle 117"/>
            <p:cNvSpPr/>
            <p:nvPr/>
          </p:nvSpPr>
          <p:spPr>
            <a:xfrm>
              <a:off x="1158377" y="2225126"/>
              <a:ext cx="2718842" cy="3460929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Cube 118"/>
            <p:cNvSpPr/>
            <p:nvPr/>
          </p:nvSpPr>
          <p:spPr>
            <a:xfrm rot="18983391">
              <a:off x="511148" y="3075857"/>
              <a:ext cx="2327881" cy="1627194"/>
            </a:xfrm>
            <a:prstGeom prst="cube">
              <a:avLst>
                <a:gd name="adj" fmla="val 10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329383" y="3479168"/>
              <a:ext cx="714381" cy="49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GCN1</a:t>
              </a:r>
              <a:endParaRPr lang="en-US" sz="1700" dirty="0"/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2385468" y="2609490"/>
              <a:ext cx="500066" cy="2214577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Right Arrow 121"/>
            <p:cNvSpPr/>
            <p:nvPr/>
          </p:nvSpPr>
          <p:spPr>
            <a:xfrm>
              <a:off x="2088610" y="3643314"/>
              <a:ext cx="216840" cy="1351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TextBox 122"/>
            <p:cNvSpPr txBox="1"/>
            <p:nvPr/>
          </p:nvSpPr>
          <p:spPr>
            <a:xfrm rot="16200000">
              <a:off x="1726992" y="3252690"/>
              <a:ext cx="1706789" cy="750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Batch normalization</a:t>
              </a:r>
              <a:endParaRPr lang="en-US" sz="1700" dirty="0"/>
            </a:p>
          </p:txBody>
        </p:sp>
        <p:sp>
          <p:nvSpPr>
            <p:cNvPr id="124" name="Right Arrow 123"/>
            <p:cNvSpPr/>
            <p:nvPr/>
          </p:nvSpPr>
          <p:spPr>
            <a:xfrm>
              <a:off x="2976549" y="3645586"/>
              <a:ext cx="213158" cy="13288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3287055" y="2612688"/>
              <a:ext cx="500066" cy="2187282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28"/>
            <p:cNvGrpSpPr/>
            <p:nvPr/>
          </p:nvGrpSpPr>
          <p:grpSpPr>
            <a:xfrm>
              <a:off x="2930536" y="3274818"/>
              <a:ext cx="285525" cy="285752"/>
              <a:chOff x="2807811" y="3429000"/>
              <a:chExt cx="500057" cy="500066"/>
            </a:xfrm>
          </p:grpSpPr>
          <p:sp>
            <p:nvSpPr>
              <p:cNvPr id="128" name="Rectangle 127"/>
              <p:cNvSpPr/>
              <p:nvPr/>
            </p:nvSpPr>
            <p:spPr>
              <a:xfrm>
                <a:off x="2807811" y="3429000"/>
                <a:ext cx="500057" cy="5000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" name="Group 27"/>
              <p:cNvGrpSpPr/>
              <p:nvPr/>
            </p:nvGrpSpPr>
            <p:grpSpPr>
              <a:xfrm>
                <a:off x="2838085" y="3467789"/>
                <a:ext cx="425392" cy="275477"/>
                <a:chOff x="808531" y="4286275"/>
                <a:chExt cx="1221266" cy="715973"/>
              </a:xfrm>
            </p:grpSpPr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808531" y="5000663"/>
                  <a:ext cx="785805" cy="158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 rot="5400000" flipH="1" flipV="1">
                  <a:off x="1494012" y="4464877"/>
                  <a:ext cx="714388" cy="35718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7" name="TextBox 126"/>
            <p:cNvSpPr txBox="1"/>
            <p:nvPr/>
          </p:nvSpPr>
          <p:spPr>
            <a:xfrm rot="16200000">
              <a:off x="2927771" y="3525176"/>
              <a:ext cx="1184803" cy="526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FC layer</a:t>
              </a:r>
              <a:endParaRPr lang="en-US" sz="1700" dirty="0"/>
            </a:p>
          </p:txBody>
        </p:sp>
      </p:grpSp>
      <p:sp>
        <p:nvSpPr>
          <p:cNvPr id="132" name="Right Arrow 131"/>
          <p:cNvSpPr/>
          <p:nvPr/>
        </p:nvSpPr>
        <p:spPr>
          <a:xfrm>
            <a:off x="5520769" y="5139057"/>
            <a:ext cx="193484" cy="1510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grpSp>
        <p:nvGrpSpPr>
          <p:cNvPr id="154" name="Group 153"/>
          <p:cNvGrpSpPr/>
          <p:nvPr/>
        </p:nvGrpSpPr>
        <p:grpSpPr>
          <a:xfrm>
            <a:off x="4979457" y="4102085"/>
            <a:ext cx="6599538" cy="2474752"/>
            <a:chOff x="678876" y="2471713"/>
            <a:chExt cx="4950298" cy="2699005"/>
          </a:xfrm>
        </p:grpSpPr>
        <p:sp>
          <p:nvSpPr>
            <p:cNvPr id="155" name="Rounded Rectangle 154"/>
            <p:cNvSpPr/>
            <p:nvPr/>
          </p:nvSpPr>
          <p:spPr>
            <a:xfrm>
              <a:off x="1289680" y="2471713"/>
              <a:ext cx="2297819" cy="2699005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/>
            <p:cNvSpPr/>
            <p:nvPr/>
          </p:nvSpPr>
          <p:spPr>
            <a:xfrm rot="18983391">
              <a:off x="678876" y="3234163"/>
              <a:ext cx="1914076" cy="1174773"/>
            </a:xfrm>
            <a:prstGeom prst="cube">
              <a:avLst>
                <a:gd name="adj" fmla="val 99648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382422" y="3527191"/>
              <a:ext cx="642942" cy="38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GCN2</a:t>
              </a:r>
              <a:endParaRPr lang="en-US" sz="1700" dirty="0"/>
            </a:p>
          </p:txBody>
        </p:sp>
        <p:sp>
          <p:nvSpPr>
            <p:cNvPr id="158" name="Right Arrow 157"/>
            <p:cNvSpPr/>
            <p:nvPr/>
          </p:nvSpPr>
          <p:spPr>
            <a:xfrm>
              <a:off x="1973356" y="3663778"/>
              <a:ext cx="177275" cy="10355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2226412" y="2858051"/>
              <a:ext cx="490183" cy="1733628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TextBox 159"/>
            <p:cNvSpPr txBox="1"/>
            <p:nvPr/>
          </p:nvSpPr>
          <p:spPr>
            <a:xfrm rot="16200000">
              <a:off x="1730420" y="3304693"/>
              <a:ext cx="1447908" cy="657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Batch normalization</a:t>
              </a:r>
              <a:endParaRPr lang="en-US" sz="1700" dirty="0"/>
            </a:p>
          </p:txBody>
        </p:sp>
        <p:sp>
          <p:nvSpPr>
            <p:cNvPr id="161" name="Right Arrow 160"/>
            <p:cNvSpPr/>
            <p:nvPr/>
          </p:nvSpPr>
          <p:spPr>
            <a:xfrm>
              <a:off x="2791310" y="3652402"/>
              <a:ext cx="153247" cy="1149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3088508" y="2987682"/>
              <a:ext cx="427553" cy="1325415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TextBox 162"/>
            <p:cNvSpPr txBox="1"/>
            <p:nvPr/>
          </p:nvSpPr>
          <p:spPr>
            <a:xfrm rot="16200000">
              <a:off x="2841202" y="3470573"/>
              <a:ext cx="857256" cy="461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FC layer</a:t>
              </a:r>
              <a:endParaRPr lang="en-US" sz="1700" dirty="0"/>
            </a:p>
          </p:txBody>
        </p:sp>
        <p:grpSp>
          <p:nvGrpSpPr>
            <p:cNvPr id="164" name="Group 33"/>
            <p:cNvGrpSpPr/>
            <p:nvPr/>
          </p:nvGrpSpPr>
          <p:grpSpPr>
            <a:xfrm>
              <a:off x="2757320" y="3299256"/>
              <a:ext cx="285527" cy="286033"/>
              <a:chOff x="1377027" y="3467819"/>
              <a:chExt cx="500061" cy="500562"/>
            </a:xfrm>
          </p:grpSpPr>
          <p:sp>
            <p:nvSpPr>
              <p:cNvPr id="172" name="Rectangle 171"/>
              <p:cNvSpPr/>
              <p:nvPr/>
            </p:nvSpPr>
            <p:spPr>
              <a:xfrm>
                <a:off x="1377027" y="3468312"/>
                <a:ext cx="500061" cy="50006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3" name="Group 27"/>
              <p:cNvGrpSpPr/>
              <p:nvPr/>
            </p:nvGrpSpPr>
            <p:grpSpPr>
              <a:xfrm>
                <a:off x="1454731" y="3467819"/>
                <a:ext cx="416441" cy="275474"/>
                <a:chOff x="-3162993" y="4286311"/>
                <a:chExt cx="1195573" cy="715963"/>
              </a:xfrm>
            </p:grpSpPr>
            <p:cxnSp>
              <p:nvCxnSpPr>
                <p:cNvPr id="174" name="Straight Connector 173"/>
                <p:cNvCxnSpPr/>
                <p:nvPr/>
              </p:nvCxnSpPr>
              <p:spPr>
                <a:xfrm>
                  <a:off x="-3162993" y="5000686"/>
                  <a:ext cx="785814" cy="15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/>
              </p:nvCxnSpPr>
              <p:spPr>
                <a:xfrm rot="5400000" flipH="1" flipV="1">
                  <a:off x="-2503209" y="4464914"/>
                  <a:ext cx="714392" cy="3571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5" name="Right Arrow 164"/>
            <p:cNvSpPr/>
            <p:nvPr/>
          </p:nvSpPr>
          <p:spPr>
            <a:xfrm>
              <a:off x="3682312" y="3609989"/>
              <a:ext cx="165129" cy="1906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ounded Rectangle 165"/>
            <p:cNvSpPr/>
            <p:nvPr/>
          </p:nvSpPr>
          <p:spPr>
            <a:xfrm rot="5400000">
              <a:off x="4100732" y="3286124"/>
              <a:ext cx="500066" cy="857256"/>
            </a:xfrm>
            <a:prstGeom prst="roundRect">
              <a:avLst/>
            </a:prstGeom>
            <a:gradFill flip="none" rotWithShape="1">
              <a:gsLst>
                <a:gs pos="0">
                  <a:srgbClr val="006699">
                    <a:tint val="66000"/>
                    <a:satMod val="160000"/>
                  </a:srgbClr>
                </a:gs>
                <a:gs pos="50000">
                  <a:srgbClr val="006699">
                    <a:tint val="44500"/>
                    <a:satMod val="160000"/>
                  </a:srgbClr>
                </a:gs>
                <a:gs pos="100000">
                  <a:srgbClr val="006699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894688" y="3568678"/>
              <a:ext cx="785818" cy="38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Softmax</a:t>
              </a:r>
              <a:endParaRPr lang="en-US" sz="1700" dirty="0"/>
            </a:p>
          </p:txBody>
        </p:sp>
        <p:cxnSp>
          <p:nvCxnSpPr>
            <p:cNvPr id="168" name="Straight Connector 167"/>
            <p:cNvCxnSpPr>
              <a:stCxn id="166" idx="0"/>
            </p:cNvCxnSpPr>
            <p:nvPr/>
          </p:nvCxnSpPr>
          <p:spPr>
            <a:xfrm>
              <a:off x="4779393" y="3714752"/>
              <a:ext cx="180469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Elbow Connector 168"/>
            <p:cNvCxnSpPr/>
            <p:nvPr/>
          </p:nvCxnSpPr>
          <p:spPr>
            <a:xfrm rot="5400000">
              <a:off x="4493803" y="3695879"/>
              <a:ext cx="928694" cy="1588"/>
            </a:xfrm>
            <a:prstGeom prst="bentConnector3">
              <a:avLst>
                <a:gd name="adj1" fmla="val 52939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/>
            <p:cNvSpPr txBox="1"/>
            <p:nvPr/>
          </p:nvSpPr>
          <p:spPr>
            <a:xfrm>
              <a:off x="4728702" y="2655974"/>
              <a:ext cx="857256" cy="671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>
                  <a:solidFill>
                    <a:srgbClr val="7030A0"/>
                  </a:solidFill>
                </a:rPr>
                <a:t>Positive edge</a:t>
              </a:r>
              <a:endParaRPr lang="en-US" sz="1700" dirty="0">
                <a:solidFill>
                  <a:srgbClr val="7030A0"/>
                </a:solidFill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771918" y="4200470"/>
              <a:ext cx="857256" cy="671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>
                  <a:solidFill>
                    <a:srgbClr val="E88078"/>
                  </a:solidFill>
                </a:rPr>
                <a:t>Negative edge</a:t>
              </a:r>
              <a:endParaRPr lang="en-US" sz="1700" dirty="0">
                <a:solidFill>
                  <a:srgbClr val="E88078"/>
                </a:solidFill>
              </a:endParaRPr>
            </a:p>
          </p:txBody>
        </p:sp>
      </p:grpSp>
      <p:pic>
        <p:nvPicPr>
          <p:cNvPr id="176" name="Content Placeholder 68" descr="Captur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802535" y="4789646"/>
            <a:ext cx="1333293" cy="100082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7" name="Right Arrow 176"/>
          <p:cNvSpPr/>
          <p:nvPr/>
        </p:nvSpPr>
        <p:spPr>
          <a:xfrm>
            <a:off x="1866901" y="5124612"/>
            <a:ext cx="253484" cy="962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ounded Rectangle 147"/>
          <p:cNvSpPr/>
          <p:nvPr/>
        </p:nvSpPr>
        <p:spPr>
          <a:xfrm>
            <a:off x="36390" y="544581"/>
            <a:ext cx="3677860" cy="3574381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71394" y="1000803"/>
            <a:ext cx="2145025" cy="1143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625" y="285926"/>
            <a:ext cx="10971372" cy="1143794"/>
          </a:xfrm>
        </p:spPr>
        <p:txBody>
          <a:bodyPr/>
          <a:lstStyle/>
          <a:p>
            <a:r>
              <a:rPr lang="en-US" dirty="0" smtClean="0"/>
              <a:t>     </a:t>
            </a:r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6513152" y="81945"/>
            <a:ext cx="1142859" cy="857851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pic>
        <p:nvPicPr>
          <p:cNvPr id="26" name="Content Placeholder 25" descr="Capture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1871" y="1300411"/>
            <a:ext cx="1776561" cy="800021"/>
          </a:xfrm>
        </p:spPr>
      </p:pic>
      <p:sp>
        <p:nvSpPr>
          <p:cNvPr id="5" name="TextBox 4"/>
          <p:cNvSpPr txBox="1"/>
          <p:nvPr/>
        </p:nvSpPr>
        <p:spPr>
          <a:xfrm>
            <a:off x="6544988" y="446531"/>
            <a:ext cx="1333336" cy="325375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400" dirty="0" smtClean="0"/>
              <a:t>PPI Database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 rot="10800000">
            <a:off x="7701467" y="523647"/>
            <a:ext cx="380953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25440" y="1016804"/>
            <a:ext cx="2000004" cy="325375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400" dirty="0" smtClean="0"/>
              <a:t>Protein Sequence</a:t>
            </a:r>
            <a:endParaRPr lang="en-US" sz="1400" dirty="0"/>
          </a:p>
        </p:txBody>
      </p:sp>
      <p:cxnSp>
        <p:nvCxnSpPr>
          <p:cNvPr id="7" name="Straight Arrow Connector 6"/>
          <p:cNvCxnSpPr>
            <a:stCxn id="9" idx="1"/>
          </p:cNvCxnSpPr>
          <p:nvPr/>
        </p:nvCxnSpPr>
        <p:spPr>
          <a:xfrm rot="10800000">
            <a:off x="3714250" y="1572704"/>
            <a:ext cx="857144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6" idx="0"/>
          </p:cNvCxnSpPr>
          <p:nvPr/>
        </p:nvCxnSpPr>
        <p:spPr>
          <a:xfrm rot="16200000" flipH="1">
            <a:off x="6082483" y="1909136"/>
            <a:ext cx="1943823" cy="11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Magnetic Disk 42"/>
          <p:cNvSpPr/>
          <p:nvPr/>
        </p:nvSpPr>
        <p:spPr>
          <a:xfrm>
            <a:off x="8095210" y="88321"/>
            <a:ext cx="1142859" cy="857851"/>
          </a:xfrm>
          <a:prstGeom prst="flowChartMagneticDisk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8250481" y="432083"/>
            <a:ext cx="1047621" cy="325375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400" dirty="0" err="1" smtClean="0"/>
              <a:t>Uniprot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6107760" y="2886795"/>
            <a:ext cx="1904765" cy="571901"/>
          </a:xfrm>
          <a:prstGeom prst="rect">
            <a:avLst/>
          </a:prstGeom>
          <a:gradFill flip="none" rotWithShape="1">
            <a:gsLst>
              <a:gs pos="0">
                <a:srgbClr val="D99694">
                  <a:tint val="66000"/>
                  <a:satMod val="160000"/>
                </a:srgbClr>
              </a:gs>
              <a:gs pos="50000">
                <a:srgbClr val="D99694">
                  <a:tint val="44500"/>
                  <a:satMod val="160000"/>
                </a:srgbClr>
              </a:gs>
              <a:gs pos="100000">
                <a:srgbClr val="D99694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D99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216930" y="2934169"/>
            <a:ext cx="1904765" cy="325375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400" dirty="0" smtClean="0"/>
              <a:t>Non interaction data</a:t>
            </a:r>
            <a:endParaRPr lang="en-US" sz="14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7999972" y="3145431"/>
            <a:ext cx="1238097" cy="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hape 101"/>
          <p:cNvCxnSpPr>
            <a:stCxn id="4" idx="2"/>
            <a:endCxn id="9" idx="0"/>
          </p:cNvCxnSpPr>
          <p:nvPr/>
        </p:nvCxnSpPr>
        <p:spPr>
          <a:xfrm rot="10800000" flipV="1">
            <a:off x="5643908" y="510871"/>
            <a:ext cx="869246" cy="4899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Bent-Up Arrow 106"/>
          <p:cNvSpPr/>
          <p:nvPr/>
        </p:nvSpPr>
        <p:spPr>
          <a:xfrm rot="10800000" flipV="1">
            <a:off x="5619015" y="2158262"/>
            <a:ext cx="476191" cy="1000827"/>
          </a:xfrm>
          <a:prstGeom prst="bentUpArrow">
            <a:avLst>
              <a:gd name="adj1" fmla="val 15284"/>
              <a:gd name="adj2" fmla="val 22508"/>
              <a:gd name="adj3" fmla="val 30148"/>
            </a:avLst>
          </a:prstGeom>
          <a:solidFill>
            <a:srgbClr val="85EBA5"/>
          </a:solidFill>
          <a:ln>
            <a:solidFill>
              <a:srgbClr val="AAE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>
              <a:solidFill>
                <a:srgbClr val="E88078"/>
              </a:solidFill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9229241" y="1136521"/>
            <a:ext cx="2690143" cy="2667960"/>
            <a:chOff x="378462" y="982674"/>
            <a:chExt cx="2017870" cy="2666108"/>
          </a:xfrm>
        </p:grpSpPr>
        <p:graphicFrame>
          <p:nvGraphicFramePr>
            <p:cNvPr id="99" name="Diagram 98"/>
            <p:cNvGraphicFramePr/>
            <p:nvPr/>
          </p:nvGraphicFramePr>
          <p:xfrm>
            <a:off x="428596" y="982674"/>
            <a:ext cx="1967736" cy="264320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00" name="Flowchart: Process 99"/>
            <p:cNvSpPr/>
            <p:nvPr/>
          </p:nvSpPr>
          <p:spPr>
            <a:xfrm>
              <a:off x="378462" y="1148452"/>
              <a:ext cx="45719" cy="250033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1886527" y="4237779"/>
            <a:ext cx="7294976" cy="2474752"/>
            <a:chOff x="1171758" y="4099238"/>
            <a:chExt cx="5471944" cy="2473034"/>
          </a:xfrm>
        </p:grpSpPr>
        <p:sp>
          <p:nvSpPr>
            <p:cNvPr id="106" name="Rounded Rectangle 105"/>
            <p:cNvSpPr/>
            <p:nvPr/>
          </p:nvSpPr>
          <p:spPr>
            <a:xfrm>
              <a:off x="1646949" y="4109688"/>
              <a:ext cx="2384041" cy="2462584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/>
            <p:cNvSpPr/>
            <p:nvPr/>
          </p:nvSpPr>
          <p:spPr>
            <a:xfrm rot="18983391">
              <a:off x="1280846" y="4740564"/>
              <a:ext cx="1638929" cy="1075521"/>
            </a:xfrm>
            <a:prstGeom prst="cube">
              <a:avLst>
                <a:gd name="adj" fmla="val 10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899270" y="5042903"/>
              <a:ext cx="626411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GCN1</a:t>
              </a:r>
              <a:endParaRPr lang="en-US" sz="1400" dirty="0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2722935" y="4383178"/>
              <a:ext cx="438487" cy="1575757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ight Arrow 110"/>
            <p:cNvSpPr/>
            <p:nvPr/>
          </p:nvSpPr>
          <p:spPr>
            <a:xfrm>
              <a:off x="2462632" y="5118783"/>
              <a:ext cx="190138" cy="961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TextBox 111"/>
            <p:cNvSpPr txBox="1"/>
            <p:nvPr/>
          </p:nvSpPr>
          <p:spPr>
            <a:xfrm rot="16200000">
              <a:off x="2286628" y="4911560"/>
              <a:ext cx="1214446" cy="392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Batch normalization</a:t>
              </a:r>
              <a:endParaRPr lang="en-US" sz="1400" dirty="0"/>
            </a:p>
          </p:txBody>
        </p:sp>
        <p:sp>
          <p:nvSpPr>
            <p:cNvPr id="113" name="Right Arrow 112"/>
            <p:cNvSpPr/>
            <p:nvPr/>
          </p:nvSpPr>
          <p:spPr>
            <a:xfrm>
              <a:off x="3241229" y="5120400"/>
              <a:ext cx="186910" cy="94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3513499" y="4385453"/>
              <a:ext cx="438487" cy="1556335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5" name="Group 28"/>
            <p:cNvGrpSpPr/>
            <p:nvPr/>
          </p:nvGrpSpPr>
          <p:grpSpPr>
            <a:xfrm>
              <a:off x="3200882" y="4856584"/>
              <a:ext cx="250365" cy="203324"/>
              <a:chOff x="2807811" y="3429000"/>
              <a:chExt cx="500057" cy="500066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07811" y="3429000"/>
                <a:ext cx="500057" cy="5000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" name="Group 27"/>
              <p:cNvGrpSpPr/>
              <p:nvPr/>
            </p:nvGrpSpPr>
            <p:grpSpPr>
              <a:xfrm>
                <a:off x="2865344" y="3468214"/>
                <a:ext cx="398133" cy="275548"/>
                <a:chOff x="886790" y="4286275"/>
                <a:chExt cx="1143007" cy="715973"/>
              </a:xfrm>
            </p:grpSpPr>
            <p:cxnSp>
              <p:nvCxnSpPr>
                <p:cNvPr id="135" name="Straight Connector 134"/>
                <p:cNvCxnSpPr/>
                <p:nvPr/>
              </p:nvCxnSpPr>
              <p:spPr>
                <a:xfrm>
                  <a:off x="886790" y="5000663"/>
                  <a:ext cx="785805" cy="158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 rot="5400000" flipH="1" flipV="1">
                  <a:off x="1494012" y="4464877"/>
                  <a:ext cx="714388" cy="35718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/>
            <p:cNvSpPr txBox="1"/>
            <p:nvPr/>
          </p:nvSpPr>
          <p:spPr>
            <a:xfrm rot="16200000">
              <a:off x="3296394" y="5106629"/>
              <a:ext cx="843033" cy="230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FC layer</a:t>
              </a:r>
              <a:endParaRPr lang="en-US" sz="1400" dirty="0"/>
            </a:p>
          </p:txBody>
        </p:sp>
        <p:sp>
          <p:nvSpPr>
            <p:cNvPr id="117" name="Right Arrow 116"/>
            <p:cNvSpPr/>
            <p:nvPr/>
          </p:nvSpPr>
          <p:spPr>
            <a:xfrm>
              <a:off x="4141116" y="5135490"/>
              <a:ext cx="145132" cy="1508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4345883" y="4099238"/>
              <a:ext cx="2297819" cy="2473034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Cube 118"/>
            <p:cNvSpPr/>
            <p:nvPr/>
          </p:nvSpPr>
          <p:spPr>
            <a:xfrm rot="18983391">
              <a:off x="3917942" y="4752217"/>
              <a:ext cx="1627506" cy="1076417"/>
            </a:xfrm>
            <a:prstGeom prst="cube">
              <a:avLst>
                <a:gd name="adj" fmla="val 99648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510286" y="5066347"/>
              <a:ext cx="642942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GCN2</a:t>
              </a:r>
              <a:endParaRPr lang="en-US" sz="1400" dirty="0"/>
            </a:p>
          </p:txBody>
        </p:sp>
        <p:sp>
          <p:nvSpPr>
            <p:cNvPr id="121" name="Right Arrow 120"/>
            <p:cNvSpPr/>
            <p:nvPr/>
          </p:nvSpPr>
          <p:spPr>
            <a:xfrm>
              <a:off x="5029559" y="5191499"/>
              <a:ext cx="177275" cy="948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5282615" y="4453230"/>
              <a:ext cx="490183" cy="1588482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 rot="16200000">
              <a:off x="4847235" y="4967679"/>
              <a:ext cx="1326684" cy="392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Batch normalization</a:t>
              </a:r>
              <a:endParaRPr lang="en-US" sz="1400" dirty="0"/>
            </a:p>
          </p:txBody>
        </p:sp>
        <p:sp>
          <p:nvSpPr>
            <p:cNvPr id="124" name="Right Arrow 123"/>
            <p:cNvSpPr/>
            <p:nvPr/>
          </p:nvSpPr>
          <p:spPr>
            <a:xfrm>
              <a:off x="5847513" y="5181075"/>
              <a:ext cx="153247" cy="1053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6144711" y="4572008"/>
              <a:ext cx="427553" cy="1214446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 rot="16200000">
              <a:off x="5933291" y="5110572"/>
              <a:ext cx="785483" cy="230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FC layer</a:t>
              </a:r>
              <a:endParaRPr lang="en-US" sz="1400" dirty="0"/>
            </a:p>
          </p:txBody>
        </p:sp>
        <p:grpSp>
          <p:nvGrpSpPr>
            <p:cNvPr id="127" name="Group 33"/>
            <p:cNvGrpSpPr/>
            <p:nvPr/>
          </p:nvGrpSpPr>
          <p:grpSpPr>
            <a:xfrm>
              <a:off x="5813523" y="4857496"/>
              <a:ext cx="285527" cy="262085"/>
              <a:chOff x="1377027" y="3467819"/>
              <a:chExt cx="500061" cy="500562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377027" y="3468312"/>
                <a:ext cx="500061" cy="50006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0" name="Group 27"/>
              <p:cNvGrpSpPr/>
              <p:nvPr/>
            </p:nvGrpSpPr>
            <p:grpSpPr>
              <a:xfrm>
                <a:off x="1454731" y="3467819"/>
                <a:ext cx="416441" cy="275474"/>
                <a:chOff x="-3162993" y="4286311"/>
                <a:chExt cx="1195573" cy="715963"/>
              </a:xfrm>
            </p:grpSpPr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-3162993" y="5000686"/>
                  <a:ext cx="785814" cy="15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 rot="5400000" flipH="1" flipV="1">
                  <a:off x="-2503209" y="4464914"/>
                  <a:ext cx="714392" cy="3571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8" name="Right Arrow 127"/>
            <p:cNvSpPr/>
            <p:nvPr/>
          </p:nvSpPr>
          <p:spPr>
            <a:xfrm>
              <a:off x="1171758" y="5044779"/>
              <a:ext cx="277014" cy="106009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9238068" y="4582338"/>
            <a:ext cx="2875012" cy="1843852"/>
            <a:chOff x="6738515" y="4418086"/>
            <a:chExt cx="2156540" cy="1842569"/>
          </a:xfrm>
        </p:grpSpPr>
        <p:sp>
          <p:nvSpPr>
            <p:cNvPr id="138" name="Right Arrow 137"/>
            <p:cNvSpPr/>
            <p:nvPr/>
          </p:nvSpPr>
          <p:spPr>
            <a:xfrm>
              <a:off x="6738515" y="5142213"/>
              <a:ext cx="165129" cy="17466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ounded Rectangle 138"/>
            <p:cNvSpPr/>
            <p:nvPr/>
          </p:nvSpPr>
          <p:spPr>
            <a:xfrm rot="5400000">
              <a:off x="7129394" y="4858053"/>
              <a:ext cx="458199" cy="760306"/>
            </a:xfrm>
            <a:prstGeom prst="roundRect">
              <a:avLst/>
            </a:prstGeom>
            <a:gradFill flip="none" rotWithShape="1">
              <a:gsLst>
                <a:gs pos="0">
                  <a:srgbClr val="006699">
                    <a:tint val="66000"/>
                    <a:satMod val="160000"/>
                  </a:srgbClr>
                </a:gs>
                <a:gs pos="50000">
                  <a:srgbClr val="006699">
                    <a:tint val="44500"/>
                    <a:satMod val="160000"/>
                  </a:srgbClr>
                </a:gs>
                <a:gs pos="100000">
                  <a:srgbClr val="006699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6950891" y="5104372"/>
              <a:ext cx="785818" cy="307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Softmax</a:t>
              </a:r>
              <a:endParaRPr lang="en-US" sz="1400" dirty="0"/>
            </a:p>
          </p:txBody>
        </p:sp>
        <p:cxnSp>
          <p:nvCxnSpPr>
            <p:cNvPr id="141" name="Straight Connector 140"/>
            <p:cNvCxnSpPr/>
            <p:nvPr/>
          </p:nvCxnSpPr>
          <p:spPr>
            <a:xfrm>
              <a:off x="7748669" y="5224062"/>
              <a:ext cx="214314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/>
            <p:nvPr/>
          </p:nvCxnSpPr>
          <p:spPr>
            <a:xfrm rot="5400000">
              <a:off x="7547939" y="5200374"/>
              <a:ext cx="850940" cy="1588"/>
            </a:xfrm>
            <a:prstGeom prst="bentConnector3">
              <a:avLst>
                <a:gd name="adj1" fmla="val 52939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/>
            <p:cNvSpPr txBox="1"/>
            <p:nvPr/>
          </p:nvSpPr>
          <p:spPr>
            <a:xfrm>
              <a:off x="7756946" y="4418086"/>
              <a:ext cx="857256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7030A0"/>
                  </a:solidFill>
                </a:rPr>
                <a:t>Positive edge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807646" y="5737799"/>
              <a:ext cx="857256" cy="522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E88078"/>
                  </a:solidFill>
                </a:rPr>
                <a:t>Negative edge</a:t>
              </a:r>
              <a:endParaRPr lang="en-US" sz="1400" dirty="0">
                <a:solidFill>
                  <a:srgbClr val="E88078"/>
                </a:solidFill>
              </a:endParaRPr>
            </a:p>
          </p:txBody>
        </p:sp>
        <p:pic>
          <p:nvPicPr>
            <p:cNvPr id="145" name="Content Placeholder 68" descr="Capture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4006" y="4836319"/>
              <a:ext cx="891049" cy="100013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65" name="Group 164"/>
          <p:cNvGrpSpPr/>
          <p:nvPr/>
        </p:nvGrpSpPr>
        <p:grpSpPr>
          <a:xfrm>
            <a:off x="109171" y="980745"/>
            <a:ext cx="3523817" cy="4149482"/>
            <a:chOff x="4357686" y="1714488"/>
            <a:chExt cx="2643207" cy="4146602"/>
          </a:xfrm>
        </p:grpSpPr>
        <p:sp>
          <p:nvSpPr>
            <p:cNvPr id="166" name="Rectangle 165"/>
            <p:cNvSpPr/>
            <p:nvPr/>
          </p:nvSpPr>
          <p:spPr>
            <a:xfrm rot="5400000">
              <a:off x="5143504" y="928670"/>
              <a:ext cx="1071572" cy="2643207"/>
            </a:xfrm>
            <a:prstGeom prst="rect">
              <a:avLst/>
            </a:prstGeom>
            <a:solidFill>
              <a:srgbClr val="FDE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4462753" y="1922612"/>
              <a:ext cx="1143008" cy="64294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5742941" y="1922612"/>
              <a:ext cx="1143008" cy="64294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4460177" y="1953662"/>
              <a:ext cx="1409707" cy="522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Amino Acid Composition (AAC)</a:t>
              </a:r>
              <a:endParaRPr lang="en-US" sz="1400" dirty="0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5747678" y="2056339"/>
              <a:ext cx="1212665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Conjoint Triad (CT)</a:t>
              </a:r>
              <a:endParaRPr lang="en-US" sz="1400" dirty="0"/>
            </a:p>
          </p:txBody>
        </p:sp>
        <p:cxnSp>
          <p:nvCxnSpPr>
            <p:cNvPr id="171" name="Straight Arrow Connector 170"/>
            <p:cNvCxnSpPr/>
            <p:nvPr/>
          </p:nvCxnSpPr>
          <p:spPr>
            <a:xfrm rot="5400000">
              <a:off x="5550592" y="3167432"/>
              <a:ext cx="1875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ectangle 171"/>
            <p:cNvSpPr/>
            <p:nvPr/>
          </p:nvSpPr>
          <p:spPr>
            <a:xfrm>
              <a:off x="4939967" y="3273703"/>
              <a:ext cx="1428760" cy="35719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5285147" y="3304035"/>
              <a:ext cx="1071570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AAC+CT</a:t>
              </a:r>
              <a:endParaRPr lang="en-US" sz="1400" dirty="0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4954035" y="3840747"/>
              <a:ext cx="1428760" cy="357190"/>
            </a:xfrm>
            <a:prstGeom prst="rect">
              <a:avLst/>
            </a:prstGeom>
            <a:solidFill>
              <a:srgbClr val="85EB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5365301" y="3869981"/>
              <a:ext cx="928694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PCA</a:t>
              </a:r>
              <a:endParaRPr lang="en-US" sz="1400" dirty="0"/>
            </a:p>
          </p:txBody>
        </p:sp>
        <p:cxnSp>
          <p:nvCxnSpPr>
            <p:cNvPr id="177" name="Straight Arrow Connector 176"/>
            <p:cNvCxnSpPr/>
            <p:nvPr/>
          </p:nvCxnSpPr>
          <p:spPr>
            <a:xfrm rot="5400000">
              <a:off x="5543335" y="3732473"/>
              <a:ext cx="201270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>
              <a:stCxn id="167" idx="2"/>
            </p:cNvCxnSpPr>
            <p:nvPr/>
          </p:nvCxnSpPr>
          <p:spPr>
            <a:xfrm rot="16200000" flipH="1">
              <a:off x="4846610" y="2753202"/>
              <a:ext cx="384265" cy="89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rot="5400000">
              <a:off x="6072995" y="2833373"/>
              <a:ext cx="284958" cy="7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/>
            <p:cNvCxnSpPr/>
            <p:nvPr/>
          </p:nvCxnSpPr>
          <p:spPr>
            <a:xfrm>
              <a:off x="5043228" y="2949820"/>
              <a:ext cx="528907" cy="2708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/>
            <p:nvPr/>
          </p:nvCxnSpPr>
          <p:spPr>
            <a:xfrm rot="10800000">
              <a:off x="5715011" y="2976249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Oval 195"/>
            <p:cNvSpPr/>
            <p:nvPr/>
          </p:nvSpPr>
          <p:spPr>
            <a:xfrm>
              <a:off x="5572135" y="2931575"/>
              <a:ext cx="142876" cy="142876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7" name="Straight Arrow Connector 196"/>
            <p:cNvCxnSpPr/>
            <p:nvPr/>
          </p:nvCxnSpPr>
          <p:spPr>
            <a:xfrm rot="5400000">
              <a:off x="5523215" y="4307547"/>
              <a:ext cx="201270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Rectangle 197"/>
            <p:cNvSpPr/>
            <p:nvPr/>
          </p:nvSpPr>
          <p:spPr>
            <a:xfrm>
              <a:off x="4956189" y="4415821"/>
              <a:ext cx="1428760" cy="357190"/>
            </a:xfrm>
            <a:prstGeom prst="rect">
              <a:avLst/>
            </a:prstGeom>
            <a:solidFill>
              <a:srgbClr val="79D5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5023187" y="4429132"/>
              <a:ext cx="1857388" cy="307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Protein embedding</a:t>
              </a:r>
              <a:endParaRPr lang="en-US" sz="1400" dirty="0"/>
            </a:p>
          </p:txBody>
        </p:sp>
        <p:sp>
          <p:nvSpPr>
            <p:cNvPr id="200" name="Bent-Up Arrow 199"/>
            <p:cNvSpPr/>
            <p:nvPr/>
          </p:nvSpPr>
          <p:spPr>
            <a:xfrm rot="5400000">
              <a:off x="5338913" y="5209725"/>
              <a:ext cx="965584" cy="337146"/>
            </a:xfrm>
            <a:prstGeom prst="bentUpArrow">
              <a:avLst>
                <a:gd name="adj1" fmla="val 7068"/>
                <a:gd name="adj2" fmla="val 17824"/>
                <a:gd name="adj3" fmla="val 21872"/>
              </a:avLst>
            </a:prstGeom>
            <a:solidFill>
              <a:srgbClr val="3ACE8B"/>
            </a:solidFill>
            <a:ln>
              <a:solidFill>
                <a:srgbClr val="AAE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88078"/>
                </a:solidFill>
              </a:endParaRPr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72781" y="4684443"/>
            <a:ext cx="2270703" cy="1847516"/>
            <a:chOff x="2643174" y="2660028"/>
            <a:chExt cx="1524090" cy="1764748"/>
          </a:xfrm>
        </p:grpSpPr>
        <p:sp>
          <p:nvSpPr>
            <p:cNvPr id="228" name="Oval 227"/>
            <p:cNvSpPr/>
            <p:nvPr/>
          </p:nvSpPr>
          <p:spPr>
            <a:xfrm>
              <a:off x="3000540" y="359587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/>
            <p:cNvSpPr/>
            <p:nvPr/>
          </p:nvSpPr>
          <p:spPr>
            <a:xfrm>
              <a:off x="3131166" y="336365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/>
            <p:cNvSpPr/>
            <p:nvPr/>
          </p:nvSpPr>
          <p:spPr>
            <a:xfrm>
              <a:off x="3464988" y="342352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/>
            <p:cNvSpPr/>
            <p:nvPr/>
          </p:nvSpPr>
          <p:spPr>
            <a:xfrm>
              <a:off x="3276306" y="368296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/>
            <p:cNvSpPr/>
            <p:nvPr/>
          </p:nvSpPr>
          <p:spPr>
            <a:xfrm>
              <a:off x="2689396" y="371198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/>
            <p:cNvSpPr/>
            <p:nvPr/>
          </p:nvSpPr>
          <p:spPr>
            <a:xfrm>
              <a:off x="3000540" y="385712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/>
            <p:cNvSpPr/>
            <p:nvPr/>
          </p:nvSpPr>
          <p:spPr>
            <a:xfrm>
              <a:off x="3334362" y="403129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5" name="Straight Connector 234"/>
            <p:cNvCxnSpPr>
              <a:stCxn id="236" idx="5"/>
              <a:endCxn id="228" idx="0"/>
            </p:cNvCxnSpPr>
            <p:nvPr/>
          </p:nvCxnSpPr>
          <p:spPr>
            <a:xfrm rot="16200000" flipH="1">
              <a:off x="2834096" y="3393713"/>
              <a:ext cx="255006" cy="1493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Oval 235"/>
            <p:cNvSpPr/>
            <p:nvPr/>
          </p:nvSpPr>
          <p:spPr>
            <a:xfrm>
              <a:off x="2825964" y="327989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7" name="Straight Connector 236"/>
            <p:cNvCxnSpPr>
              <a:stCxn id="232" idx="7"/>
              <a:endCxn id="228" idx="2"/>
            </p:cNvCxnSpPr>
            <p:nvPr/>
          </p:nvCxnSpPr>
          <p:spPr>
            <a:xfrm rot="5400000" flipH="1" flipV="1">
              <a:off x="2830029" y="3551939"/>
              <a:ext cx="90855" cy="250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>
              <a:stCxn id="236" idx="6"/>
              <a:endCxn id="229" idx="1"/>
            </p:cNvCxnSpPr>
            <p:nvPr/>
          </p:nvCxnSpPr>
          <p:spPr>
            <a:xfrm>
              <a:off x="2897402" y="3315613"/>
              <a:ext cx="244226" cy="585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3011122" y="3473106"/>
              <a:ext cx="169179" cy="76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>
              <a:stCxn id="228" idx="4"/>
              <a:endCxn id="233" idx="0"/>
            </p:cNvCxnSpPr>
            <p:nvPr/>
          </p:nvCxnSpPr>
          <p:spPr>
            <a:xfrm rot="5400000">
              <a:off x="2941352" y="3762221"/>
              <a:ext cx="18981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>
              <a:stCxn id="228" idx="6"/>
              <a:endCxn id="231" idx="2"/>
            </p:cNvCxnSpPr>
            <p:nvPr/>
          </p:nvCxnSpPr>
          <p:spPr>
            <a:xfrm>
              <a:off x="3071978" y="3631595"/>
              <a:ext cx="204328" cy="870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>
              <a:stCxn id="233" idx="7"/>
              <a:endCxn id="231" idx="3"/>
            </p:cNvCxnSpPr>
            <p:nvPr/>
          </p:nvCxnSpPr>
          <p:spPr>
            <a:xfrm rot="5400000" flipH="1" flipV="1">
              <a:off x="3112315" y="3693137"/>
              <a:ext cx="123654" cy="2252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>
              <a:stCxn id="231" idx="7"/>
              <a:endCxn id="230" idx="3"/>
            </p:cNvCxnSpPr>
            <p:nvPr/>
          </p:nvCxnSpPr>
          <p:spPr>
            <a:xfrm rot="5400000" flipH="1" flipV="1">
              <a:off x="3301904" y="3519876"/>
              <a:ext cx="208924" cy="138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>
              <a:stCxn id="234" idx="0"/>
              <a:endCxn id="231" idx="4"/>
            </p:cNvCxnSpPr>
            <p:nvPr/>
          </p:nvCxnSpPr>
          <p:spPr>
            <a:xfrm rot="16200000" flipV="1">
              <a:off x="3202604" y="3863819"/>
              <a:ext cx="276898" cy="58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>
              <a:stCxn id="229" idx="6"/>
              <a:endCxn id="230" idx="2"/>
            </p:cNvCxnSpPr>
            <p:nvPr/>
          </p:nvCxnSpPr>
          <p:spPr>
            <a:xfrm>
              <a:off x="3202604" y="3399371"/>
              <a:ext cx="262384" cy="598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Oval 245"/>
            <p:cNvSpPr/>
            <p:nvPr/>
          </p:nvSpPr>
          <p:spPr>
            <a:xfrm>
              <a:off x="3133892" y="296620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/>
            <p:cNvSpPr/>
            <p:nvPr/>
          </p:nvSpPr>
          <p:spPr>
            <a:xfrm>
              <a:off x="3479876" y="292893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/>
            <p:cNvSpPr/>
            <p:nvPr/>
          </p:nvSpPr>
          <p:spPr>
            <a:xfrm>
              <a:off x="3058350" y="417553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/>
            <p:cNvSpPr/>
            <p:nvPr/>
          </p:nvSpPr>
          <p:spPr>
            <a:xfrm>
              <a:off x="3305346" y="435333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0" name="Straight Connector 249"/>
            <p:cNvCxnSpPr>
              <a:stCxn id="246" idx="4"/>
              <a:endCxn id="229" idx="0"/>
            </p:cNvCxnSpPr>
            <p:nvPr/>
          </p:nvCxnSpPr>
          <p:spPr>
            <a:xfrm rot="5400000">
              <a:off x="3005241" y="3199282"/>
              <a:ext cx="326014" cy="27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>
              <a:stCxn id="246" idx="6"/>
              <a:endCxn id="247" idx="2"/>
            </p:cNvCxnSpPr>
            <p:nvPr/>
          </p:nvCxnSpPr>
          <p:spPr>
            <a:xfrm flipV="1">
              <a:off x="3205330" y="2964653"/>
              <a:ext cx="274546" cy="372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>
              <a:stCxn id="232" idx="6"/>
              <a:endCxn id="233" idx="1"/>
            </p:cNvCxnSpPr>
            <p:nvPr/>
          </p:nvCxnSpPr>
          <p:spPr>
            <a:xfrm>
              <a:off x="2760834" y="3747707"/>
              <a:ext cx="250168" cy="119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>
              <a:stCxn id="248" idx="7"/>
              <a:endCxn id="234" idx="2"/>
            </p:cNvCxnSpPr>
            <p:nvPr/>
          </p:nvCxnSpPr>
          <p:spPr>
            <a:xfrm rot="5400000" flipH="1" flipV="1">
              <a:off x="3167352" y="4018990"/>
              <a:ext cx="118985" cy="2150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>
              <a:stCxn id="234" idx="4"/>
            </p:cNvCxnSpPr>
            <p:nvPr/>
          </p:nvCxnSpPr>
          <p:spPr>
            <a:xfrm rot="5400000">
              <a:off x="3232816" y="4218125"/>
              <a:ext cx="252656" cy="21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>
              <a:stCxn id="233" idx="4"/>
              <a:endCxn id="248" idx="0"/>
            </p:cNvCxnSpPr>
            <p:nvPr/>
          </p:nvCxnSpPr>
          <p:spPr>
            <a:xfrm rot="16200000" flipH="1">
              <a:off x="2941678" y="4023147"/>
              <a:ext cx="246972" cy="57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Oval 255"/>
            <p:cNvSpPr/>
            <p:nvPr/>
          </p:nvSpPr>
          <p:spPr>
            <a:xfrm>
              <a:off x="3651210" y="421659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7" name="Straight Connector 256"/>
            <p:cNvCxnSpPr>
              <a:stCxn id="234" idx="6"/>
              <a:endCxn id="256" idx="1"/>
            </p:cNvCxnSpPr>
            <p:nvPr/>
          </p:nvCxnSpPr>
          <p:spPr>
            <a:xfrm>
              <a:off x="3405800" y="4067015"/>
              <a:ext cx="255872" cy="1600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Oval 257"/>
            <p:cNvSpPr/>
            <p:nvPr/>
          </p:nvSpPr>
          <p:spPr>
            <a:xfrm>
              <a:off x="3721626" y="378862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9" name="Straight Connector 258"/>
            <p:cNvCxnSpPr/>
            <p:nvPr/>
          </p:nvCxnSpPr>
          <p:spPr>
            <a:xfrm>
              <a:off x="3348208" y="3712452"/>
              <a:ext cx="367069" cy="930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>
              <a:stCxn id="234" idx="7"/>
              <a:endCxn id="258" idx="2"/>
            </p:cNvCxnSpPr>
            <p:nvPr/>
          </p:nvCxnSpPr>
          <p:spPr>
            <a:xfrm rot="5400000" flipH="1" flipV="1">
              <a:off x="3449775" y="3769907"/>
              <a:ext cx="217415" cy="3262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Oval 260"/>
            <p:cNvSpPr/>
            <p:nvPr/>
          </p:nvSpPr>
          <p:spPr>
            <a:xfrm>
              <a:off x="3679574" y="311286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Oval 261"/>
            <p:cNvSpPr/>
            <p:nvPr/>
          </p:nvSpPr>
          <p:spPr>
            <a:xfrm>
              <a:off x="2643174" y="408509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Oval 262"/>
            <p:cNvSpPr/>
            <p:nvPr/>
          </p:nvSpPr>
          <p:spPr>
            <a:xfrm>
              <a:off x="3919710" y="337343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/>
            <p:cNvSpPr/>
            <p:nvPr/>
          </p:nvSpPr>
          <p:spPr>
            <a:xfrm>
              <a:off x="4095826" y="382232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5" name="Straight Connector 264"/>
            <p:cNvCxnSpPr>
              <a:stCxn id="261" idx="3"/>
              <a:endCxn id="230" idx="0"/>
            </p:cNvCxnSpPr>
            <p:nvPr/>
          </p:nvCxnSpPr>
          <p:spPr>
            <a:xfrm rot="5400000">
              <a:off x="3470532" y="3204018"/>
              <a:ext cx="249680" cy="1893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>
              <a:stCxn id="233" idx="2"/>
              <a:endCxn id="262" idx="7"/>
            </p:cNvCxnSpPr>
            <p:nvPr/>
          </p:nvCxnSpPr>
          <p:spPr>
            <a:xfrm rot="10800000" flipV="1">
              <a:off x="2704150" y="3892846"/>
              <a:ext cx="296390" cy="2027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>
              <a:stCxn id="230" idx="6"/>
            </p:cNvCxnSpPr>
            <p:nvPr/>
          </p:nvCxnSpPr>
          <p:spPr>
            <a:xfrm flipV="1">
              <a:off x="3536426" y="3426698"/>
              <a:ext cx="383284" cy="32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>
              <a:stCxn id="258" idx="4"/>
            </p:cNvCxnSpPr>
            <p:nvPr/>
          </p:nvCxnSpPr>
          <p:spPr>
            <a:xfrm rot="5400000">
              <a:off x="3555143" y="4010316"/>
              <a:ext cx="352456" cy="519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>
              <a:stCxn id="263" idx="3"/>
              <a:endCxn id="258" idx="0"/>
            </p:cNvCxnSpPr>
            <p:nvPr/>
          </p:nvCxnSpPr>
          <p:spPr>
            <a:xfrm rot="5400000">
              <a:off x="3666652" y="3525104"/>
              <a:ext cx="354214" cy="1728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>
              <a:stCxn id="258" idx="6"/>
              <a:endCxn id="264" idx="2"/>
            </p:cNvCxnSpPr>
            <p:nvPr/>
          </p:nvCxnSpPr>
          <p:spPr>
            <a:xfrm>
              <a:off x="3793064" y="3824343"/>
              <a:ext cx="302762" cy="33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2977122" y="2660028"/>
              <a:ext cx="1000132" cy="293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PPI graph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04"/>
          <p:cNvGrpSpPr/>
          <p:nvPr/>
        </p:nvGrpSpPr>
        <p:grpSpPr>
          <a:xfrm>
            <a:off x="2284894" y="4145761"/>
            <a:ext cx="6953584" cy="2474752"/>
            <a:chOff x="1280846" y="4099238"/>
            <a:chExt cx="5215869" cy="2473034"/>
          </a:xfrm>
        </p:grpSpPr>
        <p:sp>
          <p:nvSpPr>
            <p:cNvPr id="106" name="Rounded Rectangle 105"/>
            <p:cNvSpPr/>
            <p:nvPr/>
          </p:nvSpPr>
          <p:spPr>
            <a:xfrm>
              <a:off x="1646949" y="4109688"/>
              <a:ext cx="2384041" cy="2462584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/>
            <p:cNvSpPr/>
            <p:nvPr/>
          </p:nvSpPr>
          <p:spPr>
            <a:xfrm rot="18983391">
              <a:off x="1280846" y="4740564"/>
              <a:ext cx="1638929" cy="1075521"/>
            </a:xfrm>
            <a:prstGeom prst="cube">
              <a:avLst>
                <a:gd name="adj" fmla="val 10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868558" y="5042903"/>
              <a:ext cx="626411" cy="522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SAGE</a:t>
              </a:r>
            </a:p>
            <a:p>
              <a:r>
                <a:rPr lang="en-US" sz="1400" dirty="0" smtClean="0"/>
                <a:t>Layer 1</a:t>
              </a:r>
              <a:endParaRPr lang="en-US" sz="1400" dirty="0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2722935" y="4383178"/>
              <a:ext cx="438487" cy="1575757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ight Arrow 110"/>
            <p:cNvSpPr/>
            <p:nvPr/>
          </p:nvSpPr>
          <p:spPr>
            <a:xfrm>
              <a:off x="2462632" y="5118783"/>
              <a:ext cx="190138" cy="961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TextBox 111"/>
            <p:cNvSpPr txBox="1"/>
            <p:nvPr/>
          </p:nvSpPr>
          <p:spPr>
            <a:xfrm rot="16200000">
              <a:off x="2286628" y="4911560"/>
              <a:ext cx="1214446" cy="392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Batch normalization</a:t>
              </a:r>
              <a:endParaRPr lang="en-US" sz="1400" dirty="0"/>
            </a:p>
          </p:txBody>
        </p:sp>
        <p:sp>
          <p:nvSpPr>
            <p:cNvPr id="113" name="Right Arrow 112"/>
            <p:cNvSpPr/>
            <p:nvPr/>
          </p:nvSpPr>
          <p:spPr>
            <a:xfrm>
              <a:off x="3241229" y="5120400"/>
              <a:ext cx="186910" cy="94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3513499" y="4385453"/>
              <a:ext cx="438487" cy="1556335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28"/>
            <p:cNvGrpSpPr/>
            <p:nvPr/>
          </p:nvGrpSpPr>
          <p:grpSpPr>
            <a:xfrm>
              <a:off x="3200882" y="4856584"/>
              <a:ext cx="250365" cy="203324"/>
              <a:chOff x="2807811" y="3429000"/>
              <a:chExt cx="500057" cy="500066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07811" y="3429000"/>
                <a:ext cx="500057" cy="5000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" name="Group 27"/>
              <p:cNvGrpSpPr/>
              <p:nvPr/>
            </p:nvGrpSpPr>
            <p:grpSpPr>
              <a:xfrm>
                <a:off x="2865344" y="3468214"/>
                <a:ext cx="398133" cy="275548"/>
                <a:chOff x="886790" y="4286275"/>
                <a:chExt cx="1143007" cy="715973"/>
              </a:xfrm>
            </p:grpSpPr>
            <p:cxnSp>
              <p:nvCxnSpPr>
                <p:cNvPr id="135" name="Straight Connector 134"/>
                <p:cNvCxnSpPr/>
                <p:nvPr/>
              </p:nvCxnSpPr>
              <p:spPr>
                <a:xfrm>
                  <a:off x="886790" y="5000663"/>
                  <a:ext cx="785805" cy="158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 rot="5400000" flipH="1" flipV="1">
                  <a:off x="1494012" y="4464877"/>
                  <a:ext cx="714388" cy="35718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/>
            <p:cNvSpPr txBox="1"/>
            <p:nvPr/>
          </p:nvSpPr>
          <p:spPr>
            <a:xfrm rot="16200000">
              <a:off x="3296394" y="5106629"/>
              <a:ext cx="843033" cy="230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FC layer</a:t>
              </a:r>
              <a:endParaRPr lang="en-US" sz="1400" dirty="0"/>
            </a:p>
          </p:txBody>
        </p:sp>
        <p:sp>
          <p:nvSpPr>
            <p:cNvPr id="117" name="Right Arrow 116"/>
            <p:cNvSpPr/>
            <p:nvPr/>
          </p:nvSpPr>
          <p:spPr>
            <a:xfrm>
              <a:off x="4059218" y="5135490"/>
              <a:ext cx="145132" cy="1508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4233273" y="4099238"/>
              <a:ext cx="2263442" cy="2473034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Cube 118"/>
            <p:cNvSpPr/>
            <p:nvPr/>
          </p:nvSpPr>
          <p:spPr>
            <a:xfrm rot="18983391">
              <a:off x="3836043" y="4752217"/>
              <a:ext cx="1627506" cy="1076417"/>
            </a:xfrm>
            <a:prstGeom prst="cube">
              <a:avLst>
                <a:gd name="adj" fmla="val 99648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407913" y="5066347"/>
              <a:ext cx="642942" cy="522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SAGE Layer </a:t>
              </a:r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121" name="Right Arrow 120"/>
            <p:cNvSpPr/>
            <p:nvPr/>
          </p:nvSpPr>
          <p:spPr>
            <a:xfrm>
              <a:off x="4978372" y="5191499"/>
              <a:ext cx="177275" cy="948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5200717" y="4453230"/>
              <a:ext cx="490183" cy="1588482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 rot="16200000">
              <a:off x="4847235" y="4967679"/>
              <a:ext cx="1326684" cy="392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Batch normalization</a:t>
              </a:r>
              <a:endParaRPr lang="en-US" sz="1400" dirty="0"/>
            </a:p>
          </p:txBody>
        </p:sp>
        <p:sp>
          <p:nvSpPr>
            <p:cNvPr id="124" name="Right Arrow 123"/>
            <p:cNvSpPr/>
            <p:nvPr/>
          </p:nvSpPr>
          <p:spPr>
            <a:xfrm>
              <a:off x="5775852" y="5181075"/>
              <a:ext cx="153247" cy="1053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6021865" y="4572008"/>
              <a:ext cx="427553" cy="1214446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 rot="16200000">
              <a:off x="5830919" y="5110572"/>
              <a:ext cx="785483" cy="230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FC layer</a:t>
              </a:r>
              <a:endParaRPr lang="en-US" sz="1400" dirty="0"/>
            </a:p>
          </p:txBody>
        </p:sp>
        <p:grpSp>
          <p:nvGrpSpPr>
            <p:cNvPr id="11" name="Group 33"/>
            <p:cNvGrpSpPr/>
            <p:nvPr/>
          </p:nvGrpSpPr>
          <p:grpSpPr>
            <a:xfrm>
              <a:off x="5741866" y="4857496"/>
              <a:ext cx="230961" cy="241200"/>
              <a:chOff x="1251527" y="3467808"/>
              <a:chExt cx="404495" cy="460672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251527" y="3468336"/>
                <a:ext cx="387743" cy="460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" name="Group 27"/>
              <p:cNvGrpSpPr/>
              <p:nvPr/>
            </p:nvGrpSpPr>
            <p:grpSpPr>
              <a:xfrm>
                <a:off x="1257514" y="3467808"/>
                <a:ext cx="398508" cy="275485"/>
                <a:chOff x="-3729208" y="4286269"/>
                <a:chExt cx="1144092" cy="715989"/>
              </a:xfrm>
            </p:grpSpPr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-3729208" y="5000671"/>
                  <a:ext cx="785816" cy="15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 rot="5400000" flipH="1" flipV="1">
                  <a:off x="-3120900" y="4464867"/>
                  <a:ext cx="714382" cy="3571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0" name="Group 129"/>
          <p:cNvGrpSpPr/>
          <p:nvPr/>
        </p:nvGrpSpPr>
        <p:grpSpPr>
          <a:xfrm>
            <a:off x="94414" y="73795"/>
            <a:ext cx="3286148" cy="3500462"/>
            <a:chOff x="6197138" y="760879"/>
            <a:chExt cx="3214710" cy="3761895"/>
          </a:xfrm>
        </p:grpSpPr>
        <p:sp>
          <p:nvSpPr>
            <p:cNvPr id="134" name="Rounded Rectangle 133"/>
            <p:cNvSpPr/>
            <p:nvPr/>
          </p:nvSpPr>
          <p:spPr>
            <a:xfrm>
              <a:off x="6197138" y="760879"/>
              <a:ext cx="3214710" cy="3761895"/>
            </a:xfrm>
            <a:prstGeom prst="roundRect">
              <a:avLst>
                <a:gd name="adj" fmla="val 5204"/>
              </a:avLst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46" name="Diagram 145"/>
            <p:cNvGraphicFramePr/>
            <p:nvPr/>
          </p:nvGraphicFramePr>
          <p:xfrm>
            <a:off x="6815981" y="2438667"/>
            <a:ext cx="2000265" cy="192316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47" name="Down Arrow 146"/>
            <p:cNvSpPr/>
            <p:nvPr/>
          </p:nvSpPr>
          <p:spPr>
            <a:xfrm>
              <a:off x="7683688" y="2208662"/>
              <a:ext cx="214314" cy="214313"/>
            </a:xfrm>
            <a:prstGeom prst="downArrow">
              <a:avLst/>
            </a:prstGeom>
            <a:solidFill>
              <a:srgbClr val="44D091"/>
            </a:solidFill>
            <a:ln>
              <a:solidFill>
                <a:srgbClr val="44D0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" name="Group 61"/>
            <p:cNvGrpSpPr/>
            <p:nvPr/>
          </p:nvGrpSpPr>
          <p:grpSpPr>
            <a:xfrm>
              <a:off x="6242992" y="865153"/>
              <a:ext cx="3143272" cy="1000132"/>
              <a:chOff x="5738016" y="1260945"/>
              <a:chExt cx="3143272" cy="1000132"/>
            </a:xfrm>
          </p:grpSpPr>
          <p:sp>
            <p:nvSpPr>
              <p:cNvPr id="152" name="Rounded Rectangle 151"/>
              <p:cNvSpPr/>
              <p:nvPr/>
            </p:nvSpPr>
            <p:spPr>
              <a:xfrm>
                <a:off x="5812652" y="1260945"/>
                <a:ext cx="3000396" cy="1000132"/>
              </a:xfrm>
              <a:prstGeom prst="roundRect">
                <a:avLst>
                  <a:gd name="adj" fmla="val 5750"/>
                </a:avLst>
              </a:prstGeom>
              <a:solidFill>
                <a:schemeClr val="bg1"/>
              </a:solidFill>
              <a:ln>
                <a:solidFill>
                  <a:srgbClr val="44D09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153" name="Diagram 152"/>
              <p:cNvGraphicFramePr/>
              <p:nvPr/>
            </p:nvGraphicFramePr>
            <p:xfrm>
              <a:off x="5738016" y="1365344"/>
              <a:ext cx="3143272" cy="78015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p:grpSp>
        <p:sp>
          <p:nvSpPr>
            <p:cNvPr id="150" name="Bent-Up Arrow 149"/>
            <p:cNvSpPr/>
            <p:nvPr/>
          </p:nvSpPr>
          <p:spPr>
            <a:xfrm rot="5400000">
              <a:off x="7140043" y="1600724"/>
              <a:ext cx="339215" cy="714381"/>
            </a:xfrm>
            <a:prstGeom prst="bentUpArrow">
              <a:avLst>
                <a:gd name="adj1" fmla="val 7068"/>
                <a:gd name="adj2" fmla="val 17824"/>
                <a:gd name="adj3" fmla="val 21872"/>
              </a:avLst>
            </a:prstGeom>
            <a:solidFill>
              <a:srgbClr val="3ACE8B"/>
            </a:solidFill>
            <a:ln>
              <a:solidFill>
                <a:srgbClr val="AAE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88078"/>
                </a:solidFill>
              </a:endParaRPr>
            </a:p>
          </p:txBody>
        </p:sp>
        <p:sp>
          <p:nvSpPr>
            <p:cNvPr id="151" name="Bent-Up Arrow 150"/>
            <p:cNvSpPr/>
            <p:nvPr/>
          </p:nvSpPr>
          <p:spPr>
            <a:xfrm rot="16200000" flipH="1">
              <a:off x="8139214" y="1557550"/>
              <a:ext cx="339214" cy="800732"/>
            </a:xfrm>
            <a:prstGeom prst="bentUpArrow">
              <a:avLst>
                <a:gd name="adj1" fmla="val 6907"/>
                <a:gd name="adj2" fmla="val 17824"/>
                <a:gd name="adj3" fmla="val 21872"/>
              </a:avLst>
            </a:prstGeom>
            <a:solidFill>
              <a:srgbClr val="3ACE8B"/>
            </a:solidFill>
            <a:ln>
              <a:solidFill>
                <a:srgbClr val="AAE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88078"/>
                </a:solidFill>
              </a:endParaRPr>
            </a:p>
          </p:txBody>
        </p:sp>
      </p:grpSp>
      <p:sp>
        <p:nvSpPr>
          <p:cNvPr id="273" name="Down Arrow 272"/>
          <p:cNvSpPr/>
          <p:nvPr/>
        </p:nvSpPr>
        <p:spPr>
          <a:xfrm rot="16200000">
            <a:off x="2522637" y="5142026"/>
            <a:ext cx="161060" cy="214314"/>
          </a:xfrm>
          <a:prstGeom prst="downArrow">
            <a:avLst/>
          </a:prstGeom>
          <a:solidFill>
            <a:srgbClr val="44D091"/>
          </a:solidFill>
          <a:ln>
            <a:solidFill>
              <a:srgbClr val="44D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3" name="Group 302"/>
          <p:cNvGrpSpPr/>
          <p:nvPr/>
        </p:nvGrpSpPr>
        <p:grpSpPr>
          <a:xfrm>
            <a:off x="91216" y="4101619"/>
            <a:ext cx="2350540" cy="2615911"/>
            <a:chOff x="808794" y="3741491"/>
            <a:chExt cx="2143139" cy="2190220"/>
          </a:xfrm>
        </p:grpSpPr>
        <p:sp>
          <p:nvSpPr>
            <p:cNvPr id="304" name="Rounded Rectangle 303"/>
            <p:cNvSpPr/>
            <p:nvPr/>
          </p:nvSpPr>
          <p:spPr>
            <a:xfrm>
              <a:off x="808794" y="3778451"/>
              <a:ext cx="2124556" cy="2153260"/>
            </a:xfrm>
            <a:prstGeom prst="roundRect">
              <a:avLst>
                <a:gd name="adj" fmla="val 11048"/>
              </a:avLst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3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3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175"/>
            <p:cNvGrpSpPr/>
            <p:nvPr/>
          </p:nvGrpSpPr>
          <p:grpSpPr>
            <a:xfrm>
              <a:off x="893326" y="4003467"/>
              <a:ext cx="2058606" cy="1856786"/>
              <a:chOff x="938010" y="4359996"/>
              <a:chExt cx="1524090" cy="1495842"/>
            </a:xfrm>
          </p:grpSpPr>
          <p:sp>
            <p:nvSpPr>
              <p:cNvPr id="307" name="Oval 3"/>
              <p:cNvSpPr/>
              <p:nvPr/>
            </p:nvSpPr>
            <p:spPr>
              <a:xfrm>
                <a:off x="1295376" y="502693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Oval 307"/>
              <p:cNvSpPr/>
              <p:nvPr/>
            </p:nvSpPr>
            <p:spPr>
              <a:xfrm>
                <a:off x="1426002" y="479471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Oval 308"/>
              <p:cNvSpPr/>
              <p:nvPr/>
            </p:nvSpPr>
            <p:spPr>
              <a:xfrm>
                <a:off x="1759824" y="485458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Oval 309"/>
              <p:cNvSpPr/>
              <p:nvPr/>
            </p:nvSpPr>
            <p:spPr>
              <a:xfrm>
                <a:off x="1571142" y="511402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Oval 310"/>
              <p:cNvSpPr/>
              <p:nvPr/>
            </p:nvSpPr>
            <p:spPr>
              <a:xfrm>
                <a:off x="984232" y="514305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Oval 311"/>
              <p:cNvSpPr/>
              <p:nvPr/>
            </p:nvSpPr>
            <p:spPr>
              <a:xfrm>
                <a:off x="1295376" y="528819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/>
              <p:cNvSpPr/>
              <p:nvPr/>
            </p:nvSpPr>
            <p:spPr>
              <a:xfrm>
                <a:off x="1629198" y="546235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" name="Straight Connector 313"/>
              <p:cNvCxnSpPr>
                <a:stCxn id="315" idx="5"/>
              </p:cNvCxnSpPr>
              <p:nvPr/>
            </p:nvCxnSpPr>
            <p:spPr>
              <a:xfrm rot="16200000" flipH="1">
                <a:off x="1128932" y="4824775"/>
                <a:ext cx="255006" cy="1493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5" name="Oval 314"/>
              <p:cNvSpPr/>
              <p:nvPr/>
            </p:nvSpPr>
            <p:spPr>
              <a:xfrm>
                <a:off x="1120800" y="471095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6" name="Straight Connector 315"/>
              <p:cNvCxnSpPr>
                <a:stCxn id="311" idx="7"/>
              </p:cNvCxnSpPr>
              <p:nvPr/>
            </p:nvCxnSpPr>
            <p:spPr>
              <a:xfrm rot="5400000" flipH="1" flipV="1">
                <a:off x="1124865" y="4983001"/>
                <a:ext cx="90855" cy="250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/>
              <p:cNvCxnSpPr>
                <a:stCxn id="315" idx="6"/>
                <a:endCxn id="308" idx="1"/>
              </p:cNvCxnSpPr>
              <p:nvPr/>
            </p:nvCxnSpPr>
            <p:spPr>
              <a:xfrm>
                <a:off x="1192238" y="4746675"/>
                <a:ext cx="244226" cy="585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/>
              <p:cNvCxnSpPr/>
              <p:nvPr/>
            </p:nvCxnSpPr>
            <p:spPr>
              <a:xfrm rot="5400000">
                <a:off x="1305958" y="4904168"/>
                <a:ext cx="169179" cy="763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/>
              <p:cNvCxnSpPr>
                <a:endCxn id="312" idx="0"/>
              </p:cNvCxnSpPr>
              <p:nvPr/>
            </p:nvCxnSpPr>
            <p:spPr>
              <a:xfrm rot="5400000">
                <a:off x="1236188" y="5193283"/>
                <a:ext cx="189814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/>
              <p:cNvCxnSpPr>
                <a:endCxn id="310" idx="2"/>
              </p:cNvCxnSpPr>
              <p:nvPr/>
            </p:nvCxnSpPr>
            <p:spPr>
              <a:xfrm>
                <a:off x="1366814" y="5062657"/>
                <a:ext cx="204328" cy="870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/>
              <p:cNvCxnSpPr>
                <a:stCxn id="312" idx="7"/>
                <a:endCxn id="310" idx="3"/>
              </p:cNvCxnSpPr>
              <p:nvPr/>
            </p:nvCxnSpPr>
            <p:spPr>
              <a:xfrm rot="5400000" flipH="1" flipV="1">
                <a:off x="1407151" y="5124199"/>
                <a:ext cx="123654" cy="2252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/>
              <p:cNvCxnSpPr>
                <a:stCxn id="310" idx="7"/>
                <a:endCxn id="309" idx="3"/>
              </p:cNvCxnSpPr>
              <p:nvPr/>
            </p:nvCxnSpPr>
            <p:spPr>
              <a:xfrm rot="5400000" flipH="1" flipV="1">
                <a:off x="1596740" y="4950938"/>
                <a:ext cx="208924" cy="138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/>
              <p:cNvCxnSpPr>
                <a:stCxn id="313" idx="0"/>
                <a:endCxn id="310" idx="4"/>
              </p:cNvCxnSpPr>
              <p:nvPr/>
            </p:nvCxnSpPr>
            <p:spPr>
              <a:xfrm rot="16200000" flipV="1">
                <a:off x="1497440" y="5294881"/>
                <a:ext cx="276898" cy="58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/>
              <p:cNvCxnSpPr>
                <a:stCxn id="308" idx="6"/>
                <a:endCxn id="309" idx="2"/>
              </p:cNvCxnSpPr>
              <p:nvPr/>
            </p:nvCxnSpPr>
            <p:spPr>
              <a:xfrm>
                <a:off x="1497440" y="4830433"/>
                <a:ext cx="262384" cy="598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5" name="Oval 324"/>
              <p:cNvSpPr/>
              <p:nvPr/>
            </p:nvSpPr>
            <p:spPr>
              <a:xfrm>
                <a:off x="1428728" y="439726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Oval 325"/>
              <p:cNvSpPr/>
              <p:nvPr/>
            </p:nvSpPr>
            <p:spPr>
              <a:xfrm>
                <a:off x="1774712" y="435999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Oval 326"/>
              <p:cNvSpPr/>
              <p:nvPr/>
            </p:nvSpPr>
            <p:spPr>
              <a:xfrm>
                <a:off x="1353186" y="560660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Oval 327"/>
              <p:cNvSpPr/>
              <p:nvPr/>
            </p:nvSpPr>
            <p:spPr>
              <a:xfrm>
                <a:off x="1600182" y="578440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9" name="Straight Connector 328"/>
              <p:cNvCxnSpPr>
                <a:stCxn id="325" idx="4"/>
                <a:endCxn id="308" idx="0"/>
              </p:cNvCxnSpPr>
              <p:nvPr/>
            </p:nvCxnSpPr>
            <p:spPr>
              <a:xfrm rot="5400000">
                <a:off x="1300077" y="4630344"/>
                <a:ext cx="326014" cy="272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/>
              <p:cNvCxnSpPr>
                <a:stCxn id="325" idx="6"/>
                <a:endCxn id="326" idx="2"/>
              </p:cNvCxnSpPr>
              <p:nvPr/>
            </p:nvCxnSpPr>
            <p:spPr>
              <a:xfrm flipV="1">
                <a:off x="1500166" y="4395715"/>
                <a:ext cx="274546" cy="3726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/>
              <p:cNvCxnSpPr>
                <a:stCxn id="311" idx="6"/>
                <a:endCxn id="312" idx="1"/>
              </p:cNvCxnSpPr>
              <p:nvPr/>
            </p:nvCxnSpPr>
            <p:spPr>
              <a:xfrm>
                <a:off x="1055670" y="5178769"/>
                <a:ext cx="250168" cy="11988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>
                <a:stCxn id="327" idx="7"/>
                <a:endCxn id="313" idx="2"/>
              </p:cNvCxnSpPr>
              <p:nvPr/>
            </p:nvCxnSpPr>
            <p:spPr>
              <a:xfrm rot="5400000" flipH="1" flipV="1">
                <a:off x="1462188" y="5450052"/>
                <a:ext cx="118985" cy="2150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/>
              <p:cNvCxnSpPr>
                <a:stCxn id="313" idx="4"/>
              </p:cNvCxnSpPr>
              <p:nvPr/>
            </p:nvCxnSpPr>
            <p:spPr>
              <a:xfrm rot="5400000">
                <a:off x="1527652" y="5649187"/>
                <a:ext cx="252656" cy="218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/>
              <p:cNvCxnSpPr>
                <a:stCxn id="312" idx="4"/>
                <a:endCxn id="327" idx="0"/>
              </p:cNvCxnSpPr>
              <p:nvPr/>
            </p:nvCxnSpPr>
            <p:spPr>
              <a:xfrm rot="16200000" flipH="1">
                <a:off x="1236514" y="5454209"/>
                <a:ext cx="246972" cy="578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5" name="Oval 334"/>
              <p:cNvSpPr/>
              <p:nvPr/>
            </p:nvSpPr>
            <p:spPr>
              <a:xfrm>
                <a:off x="1946046" y="564765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6" name="Straight Connector 335"/>
              <p:cNvCxnSpPr>
                <a:stCxn id="313" idx="6"/>
                <a:endCxn id="335" idx="1"/>
              </p:cNvCxnSpPr>
              <p:nvPr/>
            </p:nvCxnSpPr>
            <p:spPr>
              <a:xfrm>
                <a:off x="1700636" y="5498077"/>
                <a:ext cx="255872" cy="1600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" name="Oval 336"/>
              <p:cNvSpPr/>
              <p:nvPr/>
            </p:nvSpPr>
            <p:spPr>
              <a:xfrm>
                <a:off x="2016462" y="521968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8" name="Straight Connector 337"/>
              <p:cNvCxnSpPr/>
              <p:nvPr/>
            </p:nvCxnSpPr>
            <p:spPr>
              <a:xfrm>
                <a:off x="1643044" y="5143514"/>
                <a:ext cx="367069" cy="930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>
                <a:stCxn id="313" idx="7"/>
                <a:endCxn id="337" idx="2"/>
              </p:cNvCxnSpPr>
              <p:nvPr/>
            </p:nvCxnSpPr>
            <p:spPr>
              <a:xfrm rot="5400000" flipH="1" flipV="1">
                <a:off x="1744611" y="5200969"/>
                <a:ext cx="217415" cy="326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Oval 339"/>
              <p:cNvSpPr/>
              <p:nvPr/>
            </p:nvSpPr>
            <p:spPr>
              <a:xfrm>
                <a:off x="1974410" y="454392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Oval 340"/>
              <p:cNvSpPr/>
              <p:nvPr/>
            </p:nvSpPr>
            <p:spPr>
              <a:xfrm>
                <a:off x="938010" y="551616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Oval 341"/>
              <p:cNvSpPr/>
              <p:nvPr/>
            </p:nvSpPr>
            <p:spPr>
              <a:xfrm>
                <a:off x="2214546" y="480449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Oval 342"/>
              <p:cNvSpPr/>
              <p:nvPr/>
            </p:nvSpPr>
            <p:spPr>
              <a:xfrm>
                <a:off x="2390662" y="525338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4" name="Straight Connector 343"/>
              <p:cNvCxnSpPr>
                <a:stCxn id="340" idx="3"/>
                <a:endCxn id="309" idx="0"/>
              </p:cNvCxnSpPr>
              <p:nvPr/>
            </p:nvCxnSpPr>
            <p:spPr>
              <a:xfrm rot="5400000">
                <a:off x="1765368" y="4635080"/>
                <a:ext cx="249680" cy="1893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/>
              <p:cNvCxnSpPr>
                <a:stCxn id="312" idx="2"/>
                <a:endCxn id="341" idx="7"/>
              </p:cNvCxnSpPr>
              <p:nvPr/>
            </p:nvCxnSpPr>
            <p:spPr>
              <a:xfrm rot="10800000" flipV="1">
                <a:off x="998986" y="5323908"/>
                <a:ext cx="296390" cy="202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>
                <a:stCxn id="309" idx="6"/>
              </p:cNvCxnSpPr>
              <p:nvPr/>
            </p:nvCxnSpPr>
            <p:spPr>
              <a:xfrm flipV="1">
                <a:off x="1831262" y="4857760"/>
                <a:ext cx="383284" cy="325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/>
              <p:cNvCxnSpPr>
                <a:stCxn id="337" idx="4"/>
              </p:cNvCxnSpPr>
              <p:nvPr/>
            </p:nvCxnSpPr>
            <p:spPr>
              <a:xfrm rot="5400000">
                <a:off x="1849979" y="5441378"/>
                <a:ext cx="352456" cy="519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/>
              <p:cNvCxnSpPr>
                <a:stCxn id="342" idx="3"/>
                <a:endCxn id="337" idx="0"/>
              </p:cNvCxnSpPr>
              <p:nvPr/>
            </p:nvCxnSpPr>
            <p:spPr>
              <a:xfrm rot="5400000">
                <a:off x="1961488" y="4956166"/>
                <a:ext cx="354214" cy="1728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/>
              <p:cNvCxnSpPr>
                <a:stCxn id="337" idx="6"/>
                <a:endCxn id="343" idx="2"/>
              </p:cNvCxnSpPr>
              <p:nvPr/>
            </p:nvCxnSpPr>
            <p:spPr>
              <a:xfrm>
                <a:off x="2087900" y="5255405"/>
                <a:ext cx="302762" cy="3369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6" name="TextBox 305"/>
            <p:cNvSpPr txBox="1"/>
            <p:nvPr/>
          </p:nvSpPr>
          <p:spPr>
            <a:xfrm>
              <a:off x="1308859" y="3741491"/>
              <a:ext cx="1643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accent6">
                      <a:lumMod val="75000"/>
                    </a:schemeClr>
                  </a:solidFill>
                </a:rPr>
                <a:t>PPI Graph</a:t>
              </a:r>
              <a:endParaRPr lang="en-US" sz="1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368" name="Bent Arrow 367"/>
          <p:cNvSpPr/>
          <p:nvPr/>
        </p:nvSpPr>
        <p:spPr>
          <a:xfrm rot="5400000">
            <a:off x="2817481" y="3038472"/>
            <a:ext cx="928694" cy="1143008"/>
          </a:xfrm>
          <a:prstGeom prst="bentArrow">
            <a:avLst>
              <a:gd name="adj1" fmla="val 7365"/>
              <a:gd name="adj2" fmla="val 11039"/>
              <a:gd name="adj3" fmla="val 17652"/>
              <a:gd name="adj4" fmla="val 82348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9" name="Flowchart: Or 368"/>
          <p:cNvSpPr/>
          <p:nvPr/>
        </p:nvSpPr>
        <p:spPr>
          <a:xfrm>
            <a:off x="1611458" y="1175859"/>
            <a:ext cx="201600" cy="201600"/>
          </a:xfrm>
          <a:prstGeom prst="flowChartOr">
            <a:avLst/>
          </a:prstGeom>
          <a:solidFill>
            <a:srgbClr val="FFFF00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1" name="Group 160"/>
          <p:cNvGrpSpPr/>
          <p:nvPr/>
        </p:nvGrpSpPr>
        <p:grpSpPr>
          <a:xfrm>
            <a:off x="3952066" y="60147"/>
            <a:ext cx="7500990" cy="3871300"/>
            <a:chOff x="1594612" y="417337"/>
            <a:chExt cx="7429552" cy="4014176"/>
          </a:xfrm>
        </p:grpSpPr>
        <p:grpSp>
          <p:nvGrpSpPr>
            <p:cNvPr id="162" name="Group 10"/>
            <p:cNvGrpSpPr/>
            <p:nvPr/>
          </p:nvGrpSpPr>
          <p:grpSpPr>
            <a:xfrm>
              <a:off x="1594612" y="502423"/>
              <a:ext cx="3786214" cy="3558716"/>
              <a:chOff x="1594612" y="502423"/>
              <a:chExt cx="3786214" cy="3558716"/>
            </a:xfrm>
          </p:grpSpPr>
          <p:grpSp>
            <p:nvGrpSpPr>
              <p:cNvPr id="171" name="Group 7"/>
              <p:cNvGrpSpPr/>
              <p:nvPr/>
            </p:nvGrpSpPr>
            <p:grpSpPr>
              <a:xfrm>
                <a:off x="1594612" y="502423"/>
                <a:ext cx="3786214" cy="3558716"/>
                <a:chOff x="1594612" y="502423"/>
                <a:chExt cx="3786214" cy="3558716"/>
              </a:xfrm>
            </p:grpSpPr>
            <p:sp>
              <p:nvSpPr>
                <p:cNvPr id="174" name="Rounded Rectangle 173"/>
                <p:cNvSpPr/>
                <p:nvPr/>
              </p:nvSpPr>
              <p:spPr>
                <a:xfrm>
                  <a:off x="1737488" y="502423"/>
                  <a:ext cx="3643338" cy="3558716"/>
                </a:xfrm>
                <a:prstGeom prst="roundRect">
                  <a:avLst>
                    <a:gd name="adj" fmla="val 7781"/>
                  </a:avLst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aphicFrame>
              <p:nvGraphicFramePr>
                <p:cNvPr id="175" name="Diagram 174"/>
                <p:cNvGraphicFramePr/>
                <p:nvPr/>
              </p:nvGraphicFramePr>
              <p:xfrm>
                <a:off x="1594612" y="716737"/>
                <a:ext cx="3500462" cy="285752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1" r:lo="rId12" r:qs="rId13" r:cs="rId14"/>
                </a:graphicData>
              </a:graphic>
            </p:graphicFrame>
          </p:grpSp>
          <p:sp>
            <p:nvSpPr>
              <p:cNvPr id="172" name="TextBox 171"/>
              <p:cNvSpPr txBox="1"/>
              <p:nvPr/>
            </p:nvSpPr>
            <p:spPr>
              <a:xfrm>
                <a:off x="2308992" y="732727"/>
                <a:ext cx="2214578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</a:rPr>
                  <a:t>Protein Sequence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73" name="Content Placeholder 25" descr="Capture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08992" y="1162211"/>
                <a:ext cx="2071702" cy="1143007"/>
              </a:xfrm>
              <a:prstGeom prst="rect">
                <a:avLst/>
              </a:prstGeom>
            </p:spPr>
          </p:pic>
        </p:grpSp>
        <p:graphicFrame>
          <p:nvGraphicFramePr>
            <p:cNvPr id="163" name="Content Placeholder 4"/>
            <p:cNvGraphicFramePr>
              <a:graphicFrameLocks/>
            </p:cNvGraphicFramePr>
            <p:nvPr/>
          </p:nvGraphicFramePr>
          <p:xfrm>
            <a:off x="2737620" y="1931183"/>
            <a:ext cx="6286544" cy="25003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" r:lo="rId17" r:qs="rId18" r:cs="rId19"/>
            </a:graphicData>
          </a:graphic>
        </p:graphicFrame>
        <p:sp>
          <p:nvSpPr>
            <p:cNvPr id="164" name="Flowchart: Magnetic Disk 163"/>
            <p:cNvSpPr/>
            <p:nvPr/>
          </p:nvSpPr>
          <p:spPr>
            <a:xfrm>
              <a:off x="5636084" y="433588"/>
              <a:ext cx="1142859" cy="1072165"/>
            </a:xfrm>
            <a:prstGeom prst="flowChartMagneticDisk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108868" tIns="54434" rIns="108868" bIns="54434" rtlCol="0" anchor="ctr"/>
            <a:lstStyle/>
            <a:p>
              <a:pPr algn="ctr"/>
              <a:endParaRPr lang="en-US"/>
            </a:p>
          </p:txBody>
        </p:sp>
        <p:sp>
          <p:nvSpPr>
            <p:cNvPr id="165" name="Flowchart: Magnetic Disk 164"/>
            <p:cNvSpPr/>
            <p:nvPr/>
          </p:nvSpPr>
          <p:spPr>
            <a:xfrm>
              <a:off x="7198905" y="417337"/>
              <a:ext cx="1142859" cy="1085218"/>
            </a:xfrm>
            <a:prstGeom prst="flowChartMagneticDisk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108868" tIns="54434" rIns="108868" bIns="54434" rtlCol="0" anchor="ctr"/>
            <a:lstStyle/>
            <a:p>
              <a:pPr algn="ctr"/>
              <a:endParaRPr lang="en-US"/>
            </a:p>
          </p:txBody>
        </p:sp>
        <p:sp>
          <p:nvSpPr>
            <p:cNvPr id="166" name="Bent-Up Arrow 165"/>
            <p:cNvSpPr/>
            <p:nvPr/>
          </p:nvSpPr>
          <p:spPr>
            <a:xfrm rot="10800000">
              <a:off x="4907200" y="1145365"/>
              <a:ext cx="687940" cy="1711314"/>
            </a:xfrm>
            <a:prstGeom prst="bentUpArrow">
              <a:avLst>
                <a:gd name="adj1" fmla="val 11113"/>
                <a:gd name="adj2" fmla="val 16072"/>
                <a:gd name="adj3" fmla="val 2103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Left Arrow 166"/>
            <p:cNvSpPr/>
            <p:nvPr/>
          </p:nvSpPr>
          <p:spPr>
            <a:xfrm>
              <a:off x="4686750" y="844782"/>
              <a:ext cx="881354" cy="214314"/>
            </a:xfrm>
            <a:prstGeom prst="leftArrow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Left Arrow 167"/>
            <p:cNvSpPr/>
            <p:nvPr/>
          </p:nvSpPr>
          <p:spPr>
            <a:xfrm>
              <a:off x="6853728" y="788175"/>
              <a:ext cx="285752" cy="214314"/>
            </a:xfrm>
            <a:prstGeom prst="left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5666578" y="788175"/>
              <a:ext cx="11430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C00000"/>
                  </a:solidFill>
                </a:rPr>
                <a:t>PPI Database</a:t>
              </a:r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7381090" y="859613"/>
              <a:ext cx="11430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Uniprot</a:t>
              </a:r>
              <a:endPara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76" name="Left Arrow 175"/>
          <p:cNvSpPr/>
          <p:nvPr/>
        </p:nvSpPr>
        <p:spPr>
          <a:xfrm>
            <a:off x="3336420" y="536115"/>
            <a:ext cx="1044274" cy="214314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8" name="Group 177"/>
          <p:cNvGrpSpPr/>
          <p:nvPr/>
        </p:nvGrpSpPr>
        <p:grpSpPr>
          <a:xfrm>
            <a:off x="9541076" y="4074323"/>
            <a:ext cx="2442540" cy="2500330"/>
            <a:chOff x="1391777" y="1216803"/>
            <a:chExt cx="2917478" cy="2571768"/>
          </a:xfrm>
        </p:grpSpPr>
        <p:sp>
          <p:nvSpPr>
            <p:cNvPr id="179" name="Rounded Rectangle 178"/>
            <p:cNvSpPr/>
            <p:nvPr/>
          </p:nvSpPr>
          <p:spPr>
            <a:xfrm>
              <a:off x="1391777" y="1288241"/>
              <a:ext cx="2917478" cy="2500330"/>
            </a:xfrm>
            <a:prstGeom prst="roundRect">
              <a:avLst>
                <a:gd name="adj" fmla="val 10117"/>
              </a:avLst>
            </a:prstGeom>
            <a:solidFill>
              <a:schemeClr val="bg1"/>
            </a:solidFill>
            <a:ln>
              <a:solidFill>
                <a:srgbClr val="9AB5E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80" name="Diagram 179"/>
            <p:cNvGraphicFramePr/>
            <p:nvPr/>
          </p:nvGraphicFramePr>
          <p:xfrm>
            <a:off x="1451736" y="1216803"/>
            <a:ext cx="2714644" cy="25717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" r:lo="rId21" r:qs="rId22" r:cs="rId23"/>
            </a:graphicData>
          </a:graphic>
        </p:graphicFrame>
        <p:pic>
          <p:nvPicPr>
            <p:cNvPr id="181" name="Content Placeholder 68" descr="Capture.PNG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51934" y="2002621"/>
              <a:ext cx="1187910" cy="1000826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182" name="Right Arrow 181"/>
          <p:cNvSpPr/>
          <p:nvPr/>
        </p:nvSpPr>
        <p:spPr>
          <a:xfrm>
            <a:off x="9289802" y="5217331"/>
            <a:ext cx="193484" cy="1510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3904727" y="3431381"/>
            <a:ext cx="2632384" cy="2645042"/>
            <a:chOff x="428596" y="982674"/>
            <a:chExt cx="1974545" cy="2643206"/>
          </a:xfrm>
        </p:grpSpPr>
        <p:graphicFrame>
          <p:nvGraphicFramePr>
            <p:cNvPr id="51" name="Diagram 50"/>
            <p:cNvGraphicFramePr/>
            <p:nvPr/>
          </p:nvGraphicFramePr>
          <p:xfrm>
            <a:off x="428596" y="982674"/>
            <a:ext cx="1967736" cy="264320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3" name="Flowchart: Process 52"/>
            <p:cNvSpPr/>
            <p:nvPr/>
          </p:nvSpPr>
          <p:spPr>
            <a:xfrm>
              <a:off x="2357422" y="1107508"/>
              <a:ext cx="45719" cy="250033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428543" y="3363095"/>
            <a:ext cx="3523817" cy="2510933"/>
            <a:chOff x="6215071" y="1452859"/>
            <a:chExt cx="2643207" cy="2509190"/>
          </a:xfrm>
        </p:grpSpPr>
        <p:sp>
          <p:nvSpPr>
            <p:cNvPr id="56" name="Rectangle 55"/>
            <p:cNvSpPr/>
            <p:nvPr/>
          </p:nvSpPr>
          <p:spPr>
            <a:xfrm rot="5400000">
              <a:off x="7000889" y="667041"/>
              <a:ext cx="1071572" cy="2643207"/>
            </a:xfrm>
            <a:prstGeom prst="rect">
              <a:avLst/>
            </a:prstGeom>
            <a:solidFill>
              <a:srgbClr val="FDE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320138" y="1783730"/>
              <a:ext cx="1143008" cy="64294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600326" y="1783730"/>
              <a:ext cx="1143008" cy="64294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348274" y="1732948"/>
              <a:ext cx="1159272" cy="876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Amino Acid Composition (AAC)</a:t>
              </a:r>
              <a:endParaRPr lang="en-US" sz="1700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84734" y="1794710"/>
              <a:ext cx="1071570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Conjoint Triad (CT)</a:t>
              </a:r>
              <a:endParaRPr lang="en-US" sz="1700" dirty="0"/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 rot="5400000">
              <a:off x="7407977" y="2905803"/>
              <a:ext cx="1875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>
              <a:off x="6797352" y="3012074"/>
              <a:ext cx="1428760" cy="35719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142532" y="3042406"/>
              <a:ext cx="1071570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AAC+CT</a:t>
              </a:r>
              <a:endParaRPr lang="en-US" sz="17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811420" y="3579118"/>
              <a:ext cx="1428760" cy="357190"/>
            </a:xfrm>
            <a:prstGeom prst="rect">
              <a:avLst/>
            </a:prstGeom>
            <a:solidFill>
              <a:srgbClr val="79D5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2686" y="3608352"/>
              <a:ext cx="928694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PCA</a:t>
              </a:r>
              <a:endParaRPr lang="en-US" sz="1700" dirty="0"/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rot="5400000">
              <a:off x="7400720" y="3470844"/>
              <a:ext cx="201270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6786076" y="2571242"/>
              <a:ext cx="285212" cy="15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7930380" y="2571744"/>
              <a:ext cx="284958" cy="7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6929454" y="2700106"/>
              <a:ext cx="500066" cy="1516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rot="10800000">
              <a:off x="7572396" y="2714620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7429520" y="2669946"/>
              <a:ext cx="142876" cy="142876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1238055" y="500389"/>
            <a:ext cx="7418077" cy="2474752"/>
            <a:chOff x="1079420" y="4099238"/>
            <a:chExt cx="5564282" cy="2473034"/>
          </a:xfrm>
        </p:grpSpPr>
        <p:sp>
          <p:nvSpPr>
            <p:cNvPr id="77" name="Rounded Rectangle 76"/>
            <p:cNvSpPr/>
            <p:nvPr/>
          </p:nvSpPr>
          <p:spPr>
            <a:xfrm>
              <a:off x="1646949" y="4109688"/>
              <a:ext cx="2384041" cy="2462584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Cube 78"/>
            <p:cNvSpPr/>
            <p:nvPr/>
          </p:nvSpPr>
          <p:spPr>
            <a:xfrm rot="18983391">
              <a:off x="1079420" y="4715016"/>
              <a:ext cx="2041224" cy="1157811"/>
            </a:xfrm>
            <a:prstGeom prst="cube">
              <a:avLst>
                <a:gd name="adj" fmla="val 10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796897" y="5001988"/>
              <a:ext cx="626411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GCN1</a:t>
              </a:r>
              <a:endParaRPr lang="en-US" sz="1700" dirty="0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2722935" y="4383178"/>
              <a:ext cx="438487" cy="1575757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ight Arrow 82"/>
            <p:cNvSpPr/>
            <p:nvPr/>
          </p:nvSpPr>
          <p:spPr>
            <a:xfrm>
              <a:off x="2462632" y="5118783"/>
              <a:ext cx="190138" cy="961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/>
            <p:cNvSpPr txBox="1"/>
            <p:nvPr/>
          </p:nvSpPr>
          <p:spPr>
            <a:xfrm rot="16200000">
              <a:off x="2286628" y="4778815"/>
              <a:ext cx="1214446" cy="657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Batch normalization</a:t>
              </a:r>
              <a:endParaRPr lang="en-US" sz="1700" dirty="0"/>
            </a:p>
          </p:txBody>
        </p:sp>
        <p:sp>
          <p:nvSpPr>
            <p:cNvPr id="86" name="Right Arrow 85"/>
            <p:cNvSpPr/>
            <p:nvPr/>
          </p:nvSpPr>
          <p:spPr>
            <a:xfrm>
              <a:off x="3241229" y="5120400"/>
              <a:ext cx="186910" cy="945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3513499" y="4385453"/>
              <a:ext cx="438487" cy="1556335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oup 28"/>
            <p:cNvGrpSpPr/>
            <p:nvPr/>
          </p:nvGrpSpPr>
          <p:grpSpPr>
            <a:xfrm>
              <a:off x="3200882" y="4856584"/>
              <a:ext cx="250365" cy="203324"/>
              <a:chOff x="2807811" y="3429000"/>
              <a:chExt cx="500057" cy="500066"/>
            </a:xfrm>
          </p:grpSpPr>
          <p:sp>
            <p:nvSpPr>
              <p:cNvPr id="115" name="Rectangle 114"/>
              <p:cNvSpPr/>
              <p:nvPr/>
            </p:nvSpPr>
            <p:spPr>
              <a:xfrm>
                <a:off x="2807811" y="3429000"/>
                <a:ext cx="500057" cy="5000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27"/>
              <p:cNvGrpSpPr/>
              <p:nvPr/>
            </p:nvGrpSpPr>
            <p:grpSpPr>
              <a:xfrm>
                <a:off x="2838085" y="3468214"/>
                <a:ext cx="425392" cy="275548"/>
                <a:chOff x="808531" y="4286275"/>
                <a:chExt cx="1221266" cy="715973"/>
              </a:xfrm>
            </p:grpSpPr>
            <p:cxnSp>
              <p:nvCxnSpPr>
                <p:cNvPr id="117" name="Straight Connector 116"/>
                <p:cNvCxnSpPr/>
                <p:nvPr/>
              </p:nvCxnSpPr>
              <p:spPr>
                <a:xfrm>
                  <a:off x="808531" y="5000663"/>
                  <a:ext cx="785805" cy="158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 rot="5400000" flipH="1" flipV="1">
                  <a:off x="1494012" y="4464877"/>
                  <a:ext cx="714388" cy="35718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9" name="TextBox 88"/>
            <p:cNvSpPr txBox="1"/>
            <p:nvPr/>
          </p:nvSpPr>
          <p:spPr>
            <a:xfrm rot="16200000">
              <a:off x="3296394" y="4991198"/>
              <a:ext cx="843033" cy="461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FC layer</a:t>
              </a:r>
              <a:endParaRPr lang="en-US" sz="1700" dirty="0"/>
            </a:p>
          </p:txBody>
        </p:sp>
        <p:sp>
          <p:nvSpPr>
            <p:cNvPr id="90" name="Right Arrow 89"/>
            <p:cNvSpPr/>
            <p:nvPr/>
          </p:nvSpPr>
          <p:spPr>
            <a:xfrm>
              <a:off x="4141116" y="5135490"/>
              <a:ext cx="145132" cy="1508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4345883" y="4099238"/>
              <a:ext cx="2297819" cy="2473034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/>
            <p:cNvSpPr/>
            <p:nvPr/>
          </p:nvSpPr>
          <p:spPr>
            <a:xfrm rot="18983391">
              <a:off x="3735079" y="4797853"/>
              <a:ext cx="1914076" cy="1076417"/>
            </a:xfrm>
            <a:prstGeom prst="cube">
              <a:avLst>
                <a:gd name="adj" fmla="val 99648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4438625" y="5066347"/>
              <a:ext cx="642942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GCN2</a:t>
              </a:r>
              <a:endParaRPr lang="en-US" sz="1700" dirty="0"/>
            </a:p>
          </p:txBody>
        </p:sp>
        <p:sp>
          <p:nvSpPr>
            <p:cNvPr id="99" name="Right Arrow 98"/>
            <p:cNvSpPr/>
            <p:nvPr/>
          </p:nvSpPr>
          <p:spPr>
            <a:xfrm>
              <a:off x="5029559" y="5191499"/>
              <a:ext cx="177275" cy="948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5282615" y="4453230"/>
              <a:ext cx="490183" cy="1588482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TextBox 102"/>
            <p:cNvSpPr txBox="1"/>
            <p:nvPr/>
          </p:nvSpPr>
          <p:spPr>
            <a:xfrm rot="16200000">
              <a:off x="4847235" y="4834934"/>
              <a:ext cx="1326684" cy="657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Batch normalization</a:t>
              </a:r>
              <a:endParaRPr lang="en-US" sz="1700" dirty="0"/>
            </a:p>
          </p:txBody>
        </p:sp>
        <p:sp>
          <p:nvSpPr>
            <p:cNvPr id="104" name="Right Arrow 103"/>
            <p:cNvSpPr/>
            <p:nvPr/>
          </p:nvSpPr>
          <p:spPr>
            <a:xfrm>
              <a:off x="5847513" y="5181075"/>
              <a:ext cx="153247" cy="1053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6144711" y="4572008"/>
              <a:ext cx="427553" cy="1214446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 rot="16200000">
              <a:off x="5933291" y="4995141"/>
              <a:ext cx="785483" cy="461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FC layer</a:t>
              </a:r>
              <a:endParaRPr lang="en-US" sz="1700" dirty="0"/>
            </a:p>
          </p:txBody>
        </p:sp>
        <p:grpSp>
          <p:nvGrpSpPr>
            <p:cNvPr id="108" name="Group 33"/>
            <p:cNvGrpSpPr/>
            <p:nvPr/>
          </p:nvGrpSpPr>
          <p:grpSpPr>
            <a:xfrm>
              <a:off x="5813523" y="4857496"/>
              <a:ext cx="285527" cy="262085"/>
              <a:chOff x="1377027" y="3467819"/>
              <a:chExt cx="500061" cy="500562"/>
            </a:xfrm>
          </p:grpSpPr>
          <p:sp>
            <p:nvSpPr>
              <p:cNvPr id="110" name="Rectangle 109"/>
              <p:cNvSpPr/>
              <p:nvPr/>
            </p:nvSpPr>
            <p:spPr>
              <a:xfrm>
                <a:off x="1377027" y="3468312"/>
                <a:ext cx="500061" cy="50006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" name="Group 27"/>
              <p:cNvGrpSpPr/>
              <p:nvPr/>
            </p:nvGrpSpPr>
            <p:grpSpPr>
              <a:xfrm>
                <a:off x="1454731" y="3467819"/>
                <a:ext cx="416441" cy="275474"/>
                <a:chOff x="-3162993" y="4286311"/>
                <a:chExt cx="1195573" cy="715963"/>
              </a:xfrm>
            </p:grpSpPr>
            <p:cxnSp>
              <p:nvCxnSpPr>
                <p:cNvPr id="112" name="Straight Connector 111"/>
                <p:cNvCxnSpPr/>
                <p:nvPr/>
              </p:nvCxnSpPr>
              <p:spPr>
                <a:xfrm>
                  <a:off x="-3162993" y="5000686"/>
                  <a:ext cx="785814" cy="15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/>
              </p:nvCxnSpPr>
              <p:spPr>
                <a:xfrm rot="5400000" flipH="1" flipV="1">
                  <a:off x="-2503209" y="4464914"/>
                  <a:ext cx="714392" cy="3571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9" name="Right Arrow 108"/>
            <p:cNvSpPr/>
            <p:nvPr/>
          </p:nvSpPr>
          <p:spPr>
            <a:xfrm>
              <a:off x="1400358" y="5072074"/>
              <a:ext cx="171246" cy="14514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1094546" y="3931447"/>
            <a:ext cx="2357454" cy="2428892"/>
            <a:chOff x="1094546" y="3931447"/>
            <a:chExt cx="2357454" cy="2428892"/>
          </a:xfrm>
        </p:grpSpPr>
        <p:sp>
          <p:nvSpPr>
            <p:cNvPr id="120" name="Rounded Rectangle 119"/>
            <p:cNvSpPr/>
            <p:nvPr/>
          </p:nvSpPr>
          <p:spPr>
            <a:xfrm>
              <a:off x="1094546" y="3931447"/>
              <a:ext cx="2357454" cy="2428892"/>
            </a:xfrm>
            <a:prstGeom prst="roundRect">
              <a:avLst>
                <a:gd name="adj" fmla="val 11048"/>
              </a:avLst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3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3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/>
            <p:cNvGrpSpPr/>
            <p:nvPr/>
          </p:nvGrpSpPr>
          <p:grpSpPr>
            <a:xfrm>
              <a:off x="1250517" y="4289233"/>
              <a:ext cx="2058607" cy="1856792"/>
              <a:chOff x="938010" y="4359996"/>
              <a:chExt cx="1524090" cy="1495842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1295376" y="502693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1426002" y="479471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1759824" y="485458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1571142" y="511402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984232" y="514305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295376" y="528819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1629198" y="546235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stCxn id="23" idx="5"/>
                <a:endCxn id="4" idx="0"/>
              </p:cNvCxnSpPr>
              <p:nvPr/>
            </p:nvCxnSpPr>
            <p:spPr>
              <a:xfrm rot="16200000" flipH="1">
                <a:off x="1128932" y="4824775"/>
                <a:ext cx="255006" cy="1493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1120800" y="471095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>
                <a:stCxn id="8" idx="7"/>
                <a:endCxn id="4" idx="2"/>
              </p:cNvCxnSpPr>
              <p:nvPr/>
            </p:nvCxnSpPr>
            <p:spPr>
              <a:xfrm rot="5400000" flipH="1" flipV="1">
                <a:off x="1124865" y="4983001"/>
                <a:ext cx="90855" cy="250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23" idx="6"/>
                <a:endCxn id="5" idx="1"/>
              </p:cNvCxnSpPr>
              <p:nvPr/>
            </p:nvCxnSpPr>
            <p:spPr>
              <a:xfrm>
                <a:off x="1192238" y="4746675"/>
                <a:ext cx="244226" cy="585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rot="5400000">
                <a:off x="1305958" y="4904168"/>
                <a:ext cx="169179" cy="763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4" idx="4"/>
                <a:endCxn id="9" idx="0"/>
              </p:cNvCxnSpPr>
              <p:nvPr/>
            </p:nvCxnSpPr>
            <p:spPr>
              <a:xfrm rot="5400000">
                <a:off x="1236188" y="5193283"/>
                <a:ext cx="189814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stCxn id="4" idx="6"/>
                <a:endCxn id="7" idx="2"/>
              </p:cNvCxnSpPr>
              <p:nvPr/>
            </p:nvCxnSpPr>
            <p:spPr>
              <a:xfrm>
                <a:off x="1366814" y="5062657"/>
                <a:ext cx="204328" cy="870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9" idx="7"/>
                <a:endCxn id="7" idx="3"/>
              </p:cNvCxnSpPr>
              <p:nvPr/>
            </p:nvCxnSpPr>
            <p:spPr>
              <a:xfrm rot="5400000" flipH="1" flipV="1">
                <a:off x="1407151" y="5124199"/>
                <a:ext cx="123654" cy="2252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>
                <a:stCxn id="7" idx="7"/>
                <a:endCxn id="6" idx="3"/>
              </p:cNvCxnSpPr>
              <p:nvPr/>
            </p:nvCxnSpPr>
            <p:spPr>
              <a:xfrm rot="5400000" flipH="1" flipV="1">
                <a:off x="1596740" y="4950938"/>
                <a:ext cx="208924" cy="138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10" idx="0"/>
                <a:endCxn id="7" idx="4"/>
              </p:cNvCxnSpPr>
              <p:nvPr/>
            </p:nvCxnSpPr>
            <p:spPr>
              <a:xfrm rot="16200000" flipV="1">
                <a:off x="1497440" y="5294881"/>
                <a:ext cx="276898" cy="58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" idx="6"/>
                <a:endCxn id="6" idx="2"/>
              </p:cNvCxnSpPr>
              <p:nvPr/>
            </p:nvCxnSpPr>
            <p:spPr>
              <a:xfrm>
                <a:off x="1497440" y="4830433"/>
                <a:ext cx="262384" cy="598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/>
              <p:cNvSpPr/>
              <p:nvPr/>
            </p:nvSpPr>
            <p:spPr>
              <a:xfrm>
                <a:off x="1428728" y="439726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1774712" y="435999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353186" y="560660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1600182" y="578440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/>
              <p:cNvCxnSpPr>
                <a:stCxn id="22" idx="4"/>
                <a:endCxn id="5" idx="0"/>
              </p:cNvCxnSpPr>
              <p:nvPr/>
            </p:nvCxnSpPr>
            <p:spPr>
              <a:xfrm rot="5400000">
                <a:off x="1300077" y="4630344"/>
                <a:ext cx="326014" cy="272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22" idx="6"/>
                <a:endCxn id="24" idx="2"/>
              </p:cNvCxnSpPr>
              <p:nvPr/>
            </p:nvCxnSpPr>
            <p:spPr>
              <a:xfrm flipV="1">
                <a:off x="1500166" y="4395715"/>
                <a:ext cx="274546" cy="3726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8" idx="6"/>
                <a:endCxn id="9" idx="1"/>
              </p:cNvCxnSpPr>
              <p:nvPr/>
            </p:nvCxnSpPr>
            <p:spPr>
              <a:xfrm>
                <a:off x="1055670" y="5178769"/>
                <a:ext cx="250168" cy="11988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25" idx="7"/>
                <a:endCxn id="10" idx="2"/>
              </p:cNvCxnSpPr>
              <p:nvPr/>
            </p:nvCxnSpPr>
            <p:spPr>
              <a:xfrm rot="5400000" flipH="1" flipV="1">
                <a:off x="1462188" y="5450052"/>
                <a:ext cx="118985" cy="2150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10" idx="4"/>
              </p:cNvCxnSpPr>
              <p:nvPr/>
            </p:nvCxnSpPr>
            <p:spPr>
              <a:xfrm rot="5400000">
                <a:off x="1527652" y="5649187"/>
                <a:ext cx="252656" cy="218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stCxn id="9" idx="4"/>
                <a:endCxn id="25" idx="0"/>
              </p:cNvCxnSpPr>
              <p:nvPr/>
            </p:nvCxnSpPr>
            <p:spPr>
              <a:xfrm rot="16200000" flipH="1">
                <a:off x="1236514" y="5454209"/>
                <a:ext cx="246972" cy="578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/>
              <p:cNvSpPr/>
              <p:nvPr/>
            </p:nvSpPr>
            <p:spPr>
              <a:xfrm>
                <a:off x="1946046" y="564765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/>
              <p:cNvCxnSpPr>
                <a:stCxn id="10" idx="6"/>
                <a:endCxn id="64" idx="1"/>
              </p:cNvCxnSpPr>
              <p:nvPr/>
            </p:nvCxnSpPr>
            <p:spPr>
              <a:xfrm>
                <a:off x="1700636" y="5498077"/>
                <a:ext cx="255872" cy="1600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2016462" y="521968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/>
              <p:cNvCxnSpPr/>
              <p:nvPr/>
            </p:nvCxnSpPr>
            <p:spPr>
              <a:xfrm>
                <a:off x="1643044" y="5143514"/>
                <a:ext cx="367069" cy="930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>
                <a:stCxn id="10" idx="7"/>
                <a:endCxn id="78" idx="2"/>
              </p:cNvCxnSpPr>
              <p:nvPr/>
            </p:nvCxnSpPr>
            <p:spPr>
              <a:xfrm rot="5400000" flipH="1" flipV="1">
                <a:off x="1744611" y="5200969"/>
                <a:ext cx="217415" cy="326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Oval 90"/>
              <p:cNvSpPr/>
              <p:nvPr/>
            </p:nvSpPr>
            <p:spPr>
              <a:xfrm>
                <a:off x="1974410" y="454392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938010" y="551616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2214546" y="480449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2390662" y="525338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/>
              <p:cNvCxnSpPr>
                <a:stCxn id="91" idx="3"/>
                <a:endCxn id="6" idx="0"/>
              </p:cNvCxnSpPr>
              <p:nvPr/>
            </p:nvCxnSpPr>
            <p:spPr>
              <a:xfrm rot="5400000">
                <a:off x="1765368" y="4635080"/>
                <a:ext cx="249680" cy="1893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>
                <a:stCxn id="9" idx="2"/>
                <a:endCxn id="93" idx="7"/>
              </p:cNvCxnSpPr>
              <p:nvPr/>
            </p:nvCxnSpPr>
            <p:spPr>
              <a:xfrm rot="10800000" flipV="1">
                <a:off x="998986" y="5323908"/>
                <a:ext cx="296390" cy="202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>
                <a:stCxn id="6" idx="6"/>
              </p:cNvCxnSpPr>
              <p:nvPr/>
            </p:nvCxnSpPr>
            <p:spPr>
              <a:xfrm flipV="1">
                <a:off x="1831262" y="4857760"/>
                <a:ext cx="383284" cy="325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>
                <a:stCxn id="78" idx="4"/>
              </p:cNvCxnSpPr>
              <p:nvPr/>
            </p:nvCxnSpPr>
            <p:spPr>
              <a:xfrm rot="5400000">
                <a:off x="1849979" y="5441378"/>
                <a:ext cx="352456" cy="519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>
                <a:stCxn id="94" idx="3"/>
                <a:endCxn id="78" idx="0"/>
              </p:cNvCxnSpPr>
              <p:nvPr/>
            </p:nvCxnSpPr>
            <p:spPr>
              <a:xfrm rot="5400000">
                <a:off x="1961488" y="4956166"/>
                <a:ext cx="354214" cy="1728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>
                <a:stCxn id="78" idx="6"/>
                <a:endCxn id="95" idx="2"/>
              </p:cNvCxnSpPr>
              <p:nvPr/>
            </p:nvCxnSpPr>
            <p:spPr>
              <a:xfrm>
                <a:off x="2087900" y="5255405"/>
                <a:ext cx="302762" cy="3369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TextBox 120"/>
            <p:cNvSpPr txBox="1"/>
            <p:nvPr/>
          </p:nvSpPr>
          <p:spPr>
            <a:xfrm>
              <a:off x="1666050" y="3944577"/>
              <a:ext cx="1643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accent6">
                      <a:lumMod val="75000"/>
                    </a:schemeClr>
                  </a:solidFill>
                </a:rPr>
                <a:t>PPI Graph</a:t>
              </a:r>
              <a:endParaRPr lang="en-US" sz="1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38055" y="2573531"/>
            <a:ext cx="3152311" cy="2031721"/>
            <a:chOff x="6738515" y="4268072"/>
            <a:chExt cx="2364541" cy="2030311"/>
          </a:xfrm>
        </p:grpSpPr>
        <p:sp>
          <p:nvSpPr>
            <p:cNvPr id="5" name="Right Arrow 4"/>
            <p:cNvSpPr/>
            <p:nvPr/>
          </p:nvSpPr>
          <p:spPr>
            <a:xfrm>
              <a:off x="6738515" y="5142213"/>
              <a:ext cx="165129" cy="17466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 rot="5400000">
              <a:off x="7177869" y="4809577"/>
              <a:ext cx="458199" cy="857256"/>
            </a:xfrm>
            <a:prstGeom prst="roundRect">
              <a:avLst/>
            </a:prstGeom>
            <a:gradFill flip="none" rotWithShape="1">
              <a:gsLst>
                <a:gs pos="0">
                  <a:srgbClr val="006699">
                    <a:tint val="66000"/>
                    <a:satMod val="160000"/>
                  </a:srgbClr>
                </a:gs>
                <a:gs pos="50000">
                  <a:srgbClr val="006699">
                    <a:tint val="44500"/>
                    <a:satMod val="160000"/>
                  </a:srgbClr>
                </a:gs>
                <a:gs pos="100000">
                  <a:srgbClr val="006699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50891" y="5104361"/>
              <a:ext cx="785818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Softmax</a:t>
              </a:r>
              <a:endParaRPr lang="en-US" sz="1700" dirty="0"/>
            </a:p>
          </p:txBody>
        </p:sp>
        <p:cxnSp>
          <p:nvCxnSpPr>
            <p:cNvPr id="8" name="Straight Connector 7"/>
            <p:cNvCxnSpPr>
              <a:stCxn id="6" idx="0"/>
            </p:cNvCxnSpPr>
            <p:nvPr/>
          </p:nvCxnSpPr>
          <p:spPr>
            <a:xfrm>
              <a:off x="7835596" y="5238205"/>
              <a:ext cx="180469" cy="1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lbow Connector 8"/>
            <p:cNvCxnSpPr/>
            <p:nvPr/>
          </p:nvCxnSpPr>
          <p:spPr>
            <a:xfrm rot="5400000">
              <a:off x="7588883" y="5220846"/>
              <a:ext cx="850940" cy="1588"/>
            </a:xfrm>
            <a:prstGeom prst="bentConnector3">
              <a:avLst>
                <a:gd name="adj1" fmla="val 52939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7784905" y="4268072"/>
              <a:ext cx="857256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>
                  <a:solidFill>
                    <a:srgbClr val="7030A0"/>
                  </a:solidFill>
                </a:rPr>
                <a:t>Positive edge</a:t>
              </a:r>
              <a:endParaRPr lang="en-US" sz="1700" dirty="0">
                <a:solidFill>
                  <a:srgbClr val="7030A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28121" y="5683257"/>
              <a:ext cx="857256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>
                  <a:solidFill>
                    <a:srgbClr val="E88078"/>
                  </a:solidFill>
                </a:rPr>
                <a:t>Negative edge</a:t>
              </a:r>
              <a:endParaRPr lang="en-US" sz="1700" dirty="0">
                <a:solidFill>
                  <a:srgbClr val="E88078"/>
                </a:solidFill>
              </a:endParaRPr>
            </a:p>
          </p:txBody>
        </p:sp>
        <p:pic>
          <p:nvPicPr>
            <p:cNvPr id="12" name="Content Placeholder 68" descr="Captur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2956" y="4786322"/>
              <a:ext cx="1000100" cy="1000132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57" name="Oval 56"/>
          <p:cNvSpPr/>
          <p:nvPr/>
        </p:nvSpPr>
        <p:spPr>
          <a:xfrm>
            <a:off x="4452132" y="5431545"/>
            <a:ext cx="190477" cy="19080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6197138" y="760879"/>
            <a:ext cx="3214710" cy="3929090"/>
            <a:chOff x="6197138" y="760879"/>
            <a:chExt cx="3214710" cy="3929090"/>
          </a:xfrm>
        </p:grpSpPr>
        <p:sp>
          <p:nvSpPr>
            <p:cNvPr id="66" name="Rounded Rectangle 65"/>
            <p:cNvSpPr/>
            <p:nvPr/>
          </p:nvSpPr>
          <p:spPr>
            <a:xfrm>
              <a:off x="6197138" y="760879"/>
              <a:ext cx="3214710" cy="3929090"/>
            </a:xfrm>
            <a:prstGeom prst="roundRect">
              <a:avLst>
                <a:gd name="adj" fmla="val 5204"/>
              </a:avLst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63477" y="2145497"/>
              <a:ext cx="231327" cy="246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0" name="Diagram 59"/>
            <p:cNvGraphicFramePr/>
            <p:nvPr/>
          </p:nvGraphicFramePr>
          <p:xfrm>
            <a:off x="6815981" y="2647679"/>
            <a:ext cx="2000265" cy="192316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61" name="Down Arrow 60"/>
            <p:cNvSpPr/>
            <p:nvPr/>
          </p:nvSpPr>
          <p:spPr>
            <a:xfrm>
              <a:off x="7683688" y="2420799"/>
              <a:ext cx="214314" cy="214314"/>
            </a:xfrm>
            <a:prstGeom prst="downArrow">
              <a:avLst/>
            </a:prstGeom>
            <a:solidFill>
              <a:srgbClr val="44D091"/>
            </a:solidFill>
            <a:ln>
              <a:solidFill>
                <a:srgbClr val="44D0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6242992" y="865153"/>
              <a:ext cx="3143272" cy="1000132"/>
              <a:chOff x="5738016" y="1260945"/>
              <a:chExt cx="3143272" cy="1000132"/>
            </a:xfrm>
          </p:grpSpPr>
          <p:sp>
            <p:nvSpPr>
              <p:cNvPr id="63" name="Rounded Rectangle 62"/>
              <p:cNvSpPr/>
              <p:nvPr/>
            </p:nvSpPr>
            <p:spPr>
              <a:xfrm>
                <a:off x="5812652" y="1260945"/>
                <a:ext cx="3000396" cy="1000132"/>
              </a:xfrm>
              <a:prstGeom prst="roundRect">
                <a:avLst>
                  <a:gd name="adj" fmla="val 5750"/>
                </a:avLst>
              </a:prstGeom>
              <a:solidFill>
                <a:schemeClr val="bg1"/>
              </a:solidFill>
              <a:ln>
                <a:solidFill>
                  <a:srgbClr val="44D09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64" name="Diagram 63"/>
              <p:cNvGraphicFramePr/>
              <p:nvPr/>
            </p:nvGraphicFramePr>
            <p:xfrm>
              <a:off x="5738016" y="1365344"/>
              <a:ext cx="3143272" cy="78015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p:grpSp>
        <p:sp>
          <p:nvSpPr>
            <p:cNvPr id="55" name="Bent-Up Arrow 54"/>
            <p:cNvSpPr/>
            <p:nvPr/>
          </p:nvSpPr>
          <p:spPr>
            <a:xfrm rot="5400000">
              <a:off x="7044369" y="1696397"/>
              <a:ext cx="530562" cy="714381"/>
            </a:xfrm>
            <a:prstGeom prst="bentUpArrow">
              <a:avLst>
                <a:gd name="adj1" fmla="val 7068"/>
                <a:gd name="adj2" fmla="val 17824"/>
                <a:gd name="adj3" fmla="val 21872"/>
              </a:avLst>
            </a:prstGeom>
            <a:solidFill>
              <a:srgbClr val="3ACE8B"/>
            </a:solidFill>
            <a:ln>
              <a:solidFill>
                <a:srgbClr val="AAE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88078"/>
                </a:solidFill>
              </a:endParaRPr>
            </a:p>
          </p:txBody>
        </p:sp>
        <p:sp>
          <p:nvSpPr>
            <p:cNvPr id="56" name="Bent-Up Arrow 55"/>
            <p:cNvSpPr/>
            <p:nvPr/>
          </p:nvSpPr>
          <p:spPr>
            <a:xfrm rot="16200000" flipH="1">
              <a:off x="8043539" y="1653222"/>
              <a:ext cx="530562" cy="800732"/>
            </a:xfrm>
            <a:prstGeom prst="bentUpArrow">
              <a:avLst>
                <a:gd name="adj1" fmla="val 6907"/>
                <a:gd name="adj2" fmla="val 17824"/>
                <a:gd name="adj3" fmla="val 21872"/>
              </a:avLst>
            </a:prstGeom>
            <a:solidFill>
              <a:srgbClr val="3ACE8B"/>
            </a:solidFill>
            <a:ln>
              <a:solidFill>
                <a:srgbClr val="AAE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88078"/>
                </a:solidFill>
              </a:endParaRPr>
            </a:p>
          </p:txBody>
        </p:sp>
      </p:grpSp>
      <p:sp>
        <p:nvSpPr>
          <p:cNvPr id="65" name="Bent Arrow 64"/>
          <p:cNvSpPr/>
          <p:nvPr/>
        </p:nvSpPr>
        <p:spPr>
          <a:xfrm rot="10800000" flipH="1">
            <a:off x="7738280" y="5191747"/>
            <a:ext cx="571504" cy="857256"/>
          </a:xfrm>
          <a:prstGeom prst="bentArrow">
            <a:avLst>
              <a:gd name="adj1" fmla="val 25000"/>
              <a:gd name="adj2" fmla="val 25000"/>
              <a:gd name="adj3" fmla="val 27388"/>
              <a:gd name="adj4" fmla="val 294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21" y="1601312"/>
            <a:ext cx="3485421" cy="4529106"/>
          </a:xfrm>
        </p:spPr>
        <p:txBody>
          <a:bodyPr/>
          <a:lstStyle/>
          <a:p>
            <a:r>
              <a:rPr lang="en-US" dirty="0" smtClean="0"/>
              <a:t>Topic</a:t>
            </a:r>
          </a:p>
          <a:p>
            <a:pPr lvl="1"/>
            <a:r>
              <a:rPr lang="en-US" dirty="0" smtClean="0"/>
              <a:t>AAC+CT</a:t>
            </a:r>
          </a:p>
          <a:p>
            <a:pPr lvl="1"/>
            <a:r>
              <a:rPr lang="en-US" dirty="0" smtClean="0"/>
              <a:t>PCA</a:t>
            </a:r>
          </a:p>
          <a:p>
            <a:pPr lvl="1"/>
            <a:r>
              <a:rPr lang="en-US" dirty="0" smtClean="0"/>
              <a:t>Protein Embeddings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6952461" y="4217199"/>
          <a:ext cx="2000265" cy="1923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21" y="1601312"/>
            <a:ext cx="2056661" cy="4529106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Amino Acid Composition (AAC)</a:t>
            </a:r>
          </a:p>
          <a:p>
            <a:r>
              <a:rPr lang="en-US" dirty="0" smtClean="0"/>
              <a:t>Conjoint Triad (CT)</a:t>
            </a:r>
          </a:p>
          <a:p>
            <a:pPr lvl="1">
              <a:buNone/>
            </a:pP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738016" y="1260945"/>
            <a:ext cx="3143272" cy="1000132"/>
            <a:chOff x="5738016" y="1260945"/>
            <a:chExt cx="3143272" cy="1000132"/>
          </a:xfrm>
        </p:grpSpPr>
        <p:sp>
          <p:nvSpPr>
            <p:cNvPr id="5" name="Rounded Rectangle 4"/>
            <p:cNvSpPr/>
            <p:nvPr/>
          </p:nvSpPr>
          <p:spPr>
            <a:xfrm>
              <a:off x="5812652" y="1260945"/>
              <a:ext cx="3000396" cy="1000132"/>
            </a:xfrm>
            <a:prstGeom prst="roundRect">
              <a:avLst>
                <a:gd name="adj" fmla="val 5750"/>
              </a:avLst>
            </a:prstGeom>
            <a:solidFill>
              <a:schemeClr val="bg1"/>
            </a:solidFill>
            <a:ln>
              <a:solidFill>
                <a:srgbClr val="44D0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" name="Diagram 3"/>
            <p:cNvGraphicFramePr/>
            <p:nvPr/>
          </p:nvGraphicFramePr>
          <p:xfrm>
            <a:off x="5738016" y="1365344"/>
            <a:ext cx="3143272" cy="78015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5809492" y="1715679"/>
            <a:ext cx="3523817" cy="3645868"/>
            <a:chOff x="4357686" y="1714488"/>
            <a:chExt cx="2643207" cy="3643338"/>
          </a:xfrm>
        </p:grpSpPr>
        <p:sp>
          <p:nvSpPr>
            <p:cNvPr id="32" name="Rectangle 31"/>
            <p:cNvSpPr/>
            <p:nvPr/>
          </p:nvSpPr>
          <p:spPr>
            <a:xfrm rot="5400000">
              <a:off x="5143504" y="928670"/>
              <a:ext cx="1071572" cy="2643207"/>
            </a:xfrm>
            <a:prstGeom prst="rect">
              <a:avLst/>
            </a:prstGeom>
            <a:solidFill>
              <a:srgbClr val="FDE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462753" y="2045359"/>
              <a:ext cx="1143008" cy="64294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742941" y="2045359"/>
              <a:ext cx="1143008" cy="64294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90889" y="1994577"/>
              <a:ext cx="1159272" cy="876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Amino Acid Composition (AAC)</a:t>
              </a:r>
              <a:endParaRPr lang="en-US" sz="17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827349" y="2056339"/>
              <a:ext cx="1071570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Conjoint Triad (CT)</a:t>
              </a:r>
              <a:endParaRPr lang="en-US" sz="1700" dirty="0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5400000">
              <a:off x="5550592" y="3167432"/>
              <a:ext cx="18755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4939967" y="3273703"/>
              <a:ext cx="1428760" cy="35719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285147" y="3304035"/>
              <a:ext cx="1071570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AAC+CT</a:t>
              </a:r>
              <a:endParaRPr lang="en-US" sz="1700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954035" y="3840747"/>
              <a:ext cx="1428760" cy="357190"/>
            </a:xfrm>
            <a:prstGeom prst="rect">
              <a:avLst/>
            </a:prstGeom>
            <a:solidFill>
              <a:srgbClr val="85EB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65301" y="3869981"/>
              <a:ext cx="928694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PCA</a:t>
              </a:r>
              <a:endParaRPr lang="en-US" sz="1700" dirty="0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rot="5400000">
              <a:off x="5543335" y="3732473"/>
              <a:ext cx="201270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16200000" flipH="1">
              <a:off x="4928691" y="2832871"/>
              <a:ext cx="285212" cy="15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6072995" y="2833373"/>
              <a:ext cx="284958" cy="7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5072069" y="2961735"/>
              <a:ext cx="500066" cy="1516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rot="10800000">
              <a:off x="5715011" y="2976249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5572135" y="2931575"/>
              <a:ext cx="142876" cy="142876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rot="5400000">
              <a:off x="5523215" y="4307547"/>
              <a:ext cx="201270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/>
            <p:cNvSpPr/>
            <p:nvPr/>
          </p:nvSpPr>
          <p:spPr>
            <a:xfrm>
              <a:off x="4956189" y="4415821"/>
              <a:ext cx="1428760" cy="357190"/>
            </a:xfrm>
            <a:prstGeom prst="rect">
              <a:avLst/>
            </a:prstGeom>
            <a:solidFill>
              <a:srgbClr val="79D5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879864" y="4429132"/>
              <a:ext cx="1857388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Protein embedding</a:t>
              </a:r>
              <a:endParaRPr lang="en-US" sz="1700" dirty="0"/>
            </a:p>
          </p:txBody>
        </p:sp>
        <p:sp>
          <p:nvSpPr>
            <p:cNvPr id="62" name="Bent-Up Arrow 61"/>
            <p:cNvSpPr/>
            <p:nvPr/>
          </p:nvSpPr>
          <p:spPr>
            <a:xfrm rot="5400000">
              <a:off x="5542301" y="4878965"/>
              <a:ext cx="571504" cy="386218"/>
            </a:xfrm>
            <a:prstGeom prst="bentUpArrow">
              <a:avLst>
                <a:gd name="adj1" fmla="val 0"/>
                <a:gd name="adj2" fmla="val 7223"/>
                <a:gd name="adj3" fmla="val 7223"/>
              </a:avLst>
            </a:prstGeom>
            <a:solidFill>
              <a:srgbClr val="E88078"/>
            </a:solidFill>
            <a:ln>
              <a:solidFill>
                <a:srgbClr val="AAE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88078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08794" y="3658825"/>
            <a:ext cx="2214578" cy="2272886"/>
            <a:chOff x="808794" y="3658825"/>
            <a:chExt cx="2214578" cy="2272886"/>
          </a:xfrm>
        </p:grpSpPr>
        <p:sp>
          <p:nvSpPr>
            <p:cNvPr id="26" name="Rounded Rectangle 25"/>
            <p:cNvSpPr/>
            <p:nvPr/>
          </p:nvSpPr>
          <p:spPr>
            <a:xfrm>
              <a:off x="808794" y="3717133"/>
              <a:ext cx="2214578" cy="2214578"/>
            </a:xfrm>
            <a:prstGeom prst="roundRect">
              <a:avLst>
                <a:gd name="adj" fmla="val 11048"/>
              </a:avLst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3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3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175"/>
            <p:cNvGrpSpPr/>
            <p:nvPr/>
          </p:nvGrpSpPr>
          <p:grpSpPr>
            <a:xfrm>
              <a:off x="893326" y="4003465"/>
              <a:ext cx="2058606" cy="1856786"/>
              <a:chOff x="938010" y="4359996"/>
              <a:chExt cx="1524090" cy="1495842"/>
            </a:xfrm>
          </p:grpSpPr>
          <p:sp>
            <p:nvSpPr>
              <p:cNvPr id="29" name="Oval 3"/>
              <p:cNvSpPr/>
              <p:nvPr/>
            </p:nvSpPr>
            <p:spPr>
              <a:xfrm>
                <a:off x="1295376" y="502693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426002" y="479471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1759824" y="485458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571142" y="511402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984232" y="514305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295376" y="528819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629198" y="546235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/>
              <p:cNvCxnSpPr>
                <a:stCxn id="53" idx="5"/>
              </p:cNvCxnSpPr>
              <p:nvPr/>
            </p:nvCxnSpPr>
            <p:spPr>
              <a:xfrm rot="16200000" flipH="1">
                <a:off x="1128932" y="4824775"/>
                <a:ext cx="255006" cy="1493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1120800" y="471095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Straight Connector 53"/>
              <p:cNvCxnSpPr>
                <a:stCxn id="49" idx="7"/>
              </p:cNvCxnSpPr>
              <p:nvPr/>
            </p:nvCxnSpPr>
            <p:spPr>
              <a:xfrm rot="5400000" flipH="1" flipV="1">
                <a:off x="1124865" y="4983001"/>
                <a:ext cx="90855" cy="250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53" idx="6"/>
                <a:endCxn id="30" idx="1"/>
              </p:cNvCxnSpPr>
              <p:nvPr/>
            </p:nvCxnSpPr>
            <p:spPr>
              <a:xfrm>
                <a:off x="1192238" y="4746675"/>
                <a:ext cx="244226" cy="585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rot="5400000">
                <a:off x="1305958" y="4904168"/>
                <a:ext cx="169179" cy="763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endCxn id="50" idx="0"/>
              </p:cNvCxnSpPr>
              <p:nvPr/>
            </p:nvCxnSpPr>
            <p:spPr>
              <a:xfrm rot="5400000">
                <a:off x="1236188" y="5193283"/>
                <a:ext cx="189814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>
                <a:endCxn id="48" idx="2"/>
              </p:cNvCxnSpPr>
              <p:nvPr/>
            </p:nvCxnSpPr>
            <p:spPr>
              <a:xfrm>
                <a:off x="1366814" y="5062657"/>
                <a:ext cx="204328" cy="870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>
                <a:stCxn id="50" idx="7"/>
                <a:endCxn id="48" idx="3"/>
              </p:cNvCxnSpPr>
              <p:nvPr/>
            </p:nvCxnSpPr>
            <p:spPr>
              <a:xfrm rot="5400000" flipH="1" flipV="1">
                <a:off x="1407151" y="5124199"/>
                <a:ext cx="123654" cy="2252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>
                <a:stCxn id="48" idx="7"/>
                <a:endCxn id="31" idx="3"/>
              </p:cNvCxnSpPr>
              <p:nvPr/>
            </p:nvCxnSpPr>
            <p:spPr>
              <a:xfrm rot="5400000" flipH="1" flipV="1">
                <a:off x="1596740" y="4950938"/>
                <a:ext cx="208924" cy="138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>
                <a:stCxn id="51" idx="0"/>
                <a:endCxn id="48" idx="4"/>
              </p:cNvCxnSpPr>
              <p:nvPr/>
            </p:nvCxnSpPr>
            <p:spPr>
              <a:xfrm rot="16200000" flipV="1">
                <a:off x="1497440" y="5294881"/>
                <a:ext cx="276898" cy="58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30" idx="6"/>
                <a:endCxn id="31" idx="2"/>
              </p:cNvCxnSpPr>
              <p:nvPr/>
            </p:nvCxnSpPr>
            <p:spPr>
              <a:xfrm>
                <a:off x="1497440" y="4830433"/>
                <a:ext cx="262384" cy="598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Oval 67"/>
              <p:cNvSpPr/>
              <p:nvPr/>
            </p:nvSpPr>
            <p:spPr>
              <a:xfrm>
                <a:off x="1428728" y="439726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1774712" y="435999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353186" y="560660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600182" y="578440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/>
              <p:cNvCxnSpPr>
                <a:stCxn id="68" idx="4"/>
                <a:endCxn id="30" idx="0"/>
              </p:cNvCxnSpPr>
              <p:nvPr/>
            </p:nvCxnSpPr>
            <p:spPr>
              <a:xfrm rot="5400000">
                <a:off x="1300077" y="4630344"/>
                <a:ext cx="326014" cy="272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68" idx="6"/>
                <a:endCxn id="69" idx="2"/>
              </p:cNvCxnSpPr>
              <p:nvPr/>
            </p:nvCxnSpPr>
            <p:spPr>
              <a:xfrm flipV="1">
                <a:off x="1500166" y="4395715"/>
                <a:ext cx="274546" cy="3726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stCxn id="49" idx="6"/>
                <a:endCxn id="50" idx="1"/>
              </p:cNvCxnSpPr>
              <p:nvPr/>
            </p:nvCxnSpPr>
            <p:spPr>
              <a:xfrm>
                <a:off x="1055670" y="5178769"/>
                <a:ext cx="250168" cy="11988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>
                <a:stCxn id="70" idx="7"/>
                <a:endCxn id="51" idx="2"/>
              </p:cNvCxnSpPr>
              <p:nvPr/>
            </p:nvCxnSpPr>
            <p:spPr>
              <a:xfrm rot="5400000" flipH="1" flipV="1">
                <a:off x="1462188" y="5450052"/>
                <a:ext cx="118985" cy="2150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>
                <a:stCxn id="51" idx="4"/>
              </p:cNvCxnSpPr>
              <p:nvPr/>
            </p:nvCxnSpPr>
            <p:spPr>
              <a:xfrm rot="5400000">
                <a:off x="1527652" y="5649187"/>
                <a:ext cx="252656" cy="218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>
                <a:stCxn id="50" idx="4"/>
                <a:endCxn id="70" idx="0"/>
              </p:cNvCxnSpPr>
              <p:nvPr/>
            </p:nvCxnSpPr>
            <p:spPr>
              <a:xfrm rot="16200000" flipH="1">
                <a:off x="1236514" y="5454209"/>
                <a:ext cx="246972" cy="578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1946046" y="5647652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/>
              <p:cNvCxnSpPr>
                <a:stCxn id="51" idx="6"/>
                <a:endCxn id="78" idx="1"/>
              </p:cNvCxnSpPr>
              <p:nvPr/>
            </p:nvCxnSpPr>
            <p:spPr>
              <a:xfrm>
                <a:off x="1700636" y="5498077"/>
                <a:ext cx="255872" cy="1600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Oval 79"/>
              <p:cNvSpPr/>
              <p:nvPr/>
            </p:nvSpPr>
            <p:spPr>
              <a:xfrm>
                <a:off x="2016462" y="521968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>
                <a:off x="1643044" y="5143514"/>
                <a:ext cx="367069" cy="930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stCxn id="51" idx="7"/>
                <a:endCxn id="80" idx="2"/>
              </p:cNvCxnSpPr>
              <p:nvPr/>
            </p:nvCxnSpPr>
            <p:spPr>
              <a:xfrm rot="5400000" flipH="1" flipV="1">
                <a:off x="1744611" y="5200969"/>
                <a:ext cx="217415" cy="326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/>
              <p:cNvSpPr/>
              <p:nvPr/>
            </p:nvSpPr>
            <p:spPr>
              <a:xfrm>
                <a:off x="1974410" y="4543928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938010" y="5516160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2214546" y="4804496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2390662" y="5253384"/>
                <a:ext cx="71438" cy="7143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7" name="Straight Connector 86"/>
              <p:cNvCxnSpPr>
                <a:stCxn id="83" idx="3"/>
                <a:endCxn id="31" idx="0"/>
              </p:cNvCxnSpPr>
              <p:nvPr/>
            </p:nvCxnSpPr>
            <p:spPr>
              <a:xfrm rot="5400000">
                <a:off x="1765368" y="4635080"/>
                <a:ext cx="249680" cy="1893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>
                <a:stCxn id="50" idx="2"/>
                <a:endCxn id="84" idx="7"/>
              </p:cNvCxnSpPr>
              <p:nvPr/>
            </p:nvCxnSpPr>
            <p:spPr>
              <a:xfrm rot="10800000" flipV="1">
                <a:off x="998986" y="5323908"/>
                <a:ext cx="296390" cy="202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>
                <a:stCxn id="31" idx="6"/>
              </p:cNvCxnSpPr>
              <p:nvPr/>
            </p:nvCxnSpPr>
            <p:spPr>
              <a:xfrm flipV="1">
                <a:off x="1831262" y="4857760"/>
                <a:ext cx="383284" cy="325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>
                <a:stCxn id="80" idx="4"/>
              </p:cNvCxnSpPr>
              <p:nvPr/>
            </p:nvCxnSpPr>
            <p:spPr>
              <a:xfrm rot="5400000">
                <a:off x="1849979" y="5441378"/>
                <a:ext cx="352456" cy="519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>
                <a:stCxn id="85" idx="3"/>
                <a:endCxn id="80" idx="0"/>
              </p:cNvCxnSpPr>
              <p:nvPr/>
            </p:nvCxnSpPr>
            <p:spPr>
              <a:xfrm rot="5400000">
                <a:off x="1961488" y="4956166"/>
                <a:ext cx="354214" cy="1728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>
                <a:stCxn id="80" idx="6"/>
                <a:endCxn id="86" idx="2"/>
              </p:cNvCxnSpPr>
              <p:nvPr/>
            </p:nvCxnSpPr>
            <p:spPr>
              <a:xfrm>
                <a:off x="2087900" y="5255405"/>
                <a:ext cx="302762" cy="3369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1308860" y="3658825"/>
              <a:ext cx="1643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accent6">
                      <a:lumMod val="75000"/>
                    </a:schemeClr>
                  </a:solidFill>
                </a:rPr>
                <a:t>PPI Graph</a:t>
              </a:r>
              <a:endParaRPr lang="en-US" sz="1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21" y="1601312"/>
            <a:ext cx="10971372" cy="328830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3428535" y="2661875"/>
            <a:ext cx="2190480" cy="1913308"/>
            <a:chOff x="2571736" y="2660028"/>
            <a:chExt cx="1643074" cy="1911980"/>
          </a:xfrm>
        </p:grpSpPr>
        <p:sp>
          <p:nvSpPr>
            <p:cNvPr id="61" name="Rectangle 60"/>
            <p:cNvSpPr/>
            <p:nvPr/>
          </p:nvSpPr>
          <p:spPr>
            <a:xfrm>
              <a:off x="2571736" y="2714620"/>
              <a:ext cx="1643074" cy="1857388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000540" y="359587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131166" y="336365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464988" y="342352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276306" y="368296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689396" y="371198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000540" y="385712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3334362" y="403129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>
              <a:stCxn id="23" idx="5"/>
              <a:endCxn id="14" idx="0"/>
            </p:cNvCxnSpPr>
            <p:nvPr/>
          </p:nvCxnSpPr>
          <p:spPr>
            <a:xfrm rot="16200000" flipH="1">
              <a:off x="2834096" y="3393713"/>
              <a:ext cx="255006" cy="1493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2825964" y="327989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>
              <a:stCxn id="19" idx="7"/>
              <a:endCxn id="14" idx="2"/>
            </p:cNvCxnSpPr>
            <p:nvPr/>
          </p:nvCxnSpPr>
          <p:spPr>
            <a:xfrm rot="5400000" flipH="1" flipV="1">
              <a:off x="2830029" y="3551939"/>
              <a:ext cx="90855" cy="250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23" idx="6"/>
              <a:endCxn id="16" idx="1"/>
            </p:cNvCxnSpPr>
            <p:nvPr/>
          </p:nvCxnSpPr>
          <p:spPr>
            <a:xfrm>
              <a:off x="2897402" y="3315613"/>
              <a:ext cx="244226" cy="585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3011122" y="3473106"/>
              <a:ext cx="169179" cy="76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4" idx="4"/>
              <a:endCxn id="20" idx="0"/>
            </p:cNvCxnSpPr>
            <p:nvPr/>
          </p:nvCxnSpPr>
          <p:spPr>
            <a:xfrm rot="5400000">
              <a:off x="2941352" y="3762221"/>
              <a:ext cx="18981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4" idx="6"/>
              <a:endCxn id="18" idx="2"/>
            </p:cNvCxnSpPr>
            <p:nvPr/>
          </p:nvCxnSpPr>
          <p:spPr>
            <a:xfrm>
              <a:off x="3071978" y="3631595"/>
              <a:ext cx="204328" cy="870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0" idx="7"/>
              <a:endCxn id="18" idx="3"/>
            </p:cNvCxnSpPr>
            <p:nvPr/>
          </p:nvCxnSpPr>
          <p:spPr>
            <a:xfrm rot="5400000" flipH="1" flipV="1">
              <a:off x="3112315" y="3693137"/>
              <a:ext cx="123654" cy="2252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18" idx="7"/>
              <a:endCxn id="17" idx="3"/>
            </p:cNvCxnSpPr>
            <p:nvPr/>
          </p:nvCxnSpPr>
          <p:spPr>
            <a:xfrm rot="5400000" flipH="1" flipV="1">
              <a:off x="3301904" y="3519876"/>
              <a:ext cx="208924" cy="138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1" idx="0"/>
              <a:endCxn id="18" idx="4"/>
            </p:cNvCxnSpPr>
            <p:nvPr/>
          </p:nvCxnSpPr>
          <p:spPr>
            <a:xfrm rot="16200000" flipV="1">
              <a:off x="3202604" y="3863819"/>
              <a:ext cx="276898" cy="58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6" idx="6"/>
              <a:endCxn id="17" idx="2"/>
            </p:cNvCxnSpPr>
            <p:nvPr/>
          </p:nvCxnSpPr>
          <p:spPr>
            <a:xfrm>
              <a:off x="3202604" y="3399371"/>
              <a:ext cx="262384" cy="598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3133892" y="296620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3479876" y="292893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058350" y="417553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3305346" y="435333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/>
            <p:cNvCxnSpPr>
              <a:stCxn id="34" idx="4"/>
              <a:endCxn id="16" idx="0"/>
            </p:cNvCxnSpPr>
            <p:nvPr/>
          </p:nvCxnSpPr>
          <p:spPr>
            <a:xfrm rot="5400000">
              <a:off x="3005241" y="3199282"/>
              <a:ext cx="326014" cy="27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4" idx="6"/>
              <a:endCxn id="35" idx="2"/>
            </p:cNvCxnSpPr>
            <p:nvPr/>
          </p:nvCxnSpPr>
          <p:spPr>
            <a:xfrm flipV="1">
              <a:off x="3205330" y="2964653"/>
              <a:ext cx="274546" cy="372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9" idx="6"/>
              <a:endCxn id="20" idx="1"/>
            </p:cNvCxnSpPr>
            <p:nvPr/>
          </p:nvCxnSpPr>
          <p:spPr>
            <a:xfrm>
              <a:off x="2760834" y="3747707"/>
              <a:ext cx="250168" cy="119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6" idx="7"/>
              <a:endCxn id="21" idx="2"/>
            </p:cNvCxnSpPr>
            <p:nvPr/>
          </p:nvCxnSpPr>
          <p:spPr>
            <a:xfrm rot="5400000" flipH="1" flipV="1">
              <a:off x="3167352" y="4018990"/>
              <a:ext cx="118985" cy="2150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21" idx="4"/>
            </p:cNvCxnSpPr>
            <p:nvPr/>
          </p:nvCxnSpPr>
          <p:spPr>
            <a:xfrm rot="5400000">
              <a:off x="3232816" y="4218125"/>
              <a:ext cx="252656" cy="21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0" idx="4"/>
              <a:endCxn id="36" idx="0"/>
            </p:cNvCxnSpPr>
            <p:nvPr/>
          </p:nvCxnSpPr>
          <p:spPr>
            <a:xfrm rot="16200000" flipH="1">
              <a:off x="2941678" y="4023147"/>
              <a:ext cx="246972" cy="57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3651210" y="4216590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/>
            <p:cNvCxnSpPr>
              <a:stCxn id="21" idx="6"/>
              <a:endCxn id="44" idx="1"/>
            </p:cNvCxnSpPr>
            <p:nvPr/>
          </p:nvCxnSpPr>
          <p:spPr>
            <a:xfrm>
              <a:off x="3405800" y="4067015"/>
              <a:ext cx="255872" cy="1600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3721626" y="378862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3348208" y="3712452"/>
              <a:ext cx="367069" cy="930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21" idx="7"/>
              <a:endCxn id="48" idx="2"/>
            </p:cNvCxnSpPr>
            <p:nvPr/>
          </p:nvCxnSpPr>
          <p:spPr>
            <a:xfrm rot="5400000" flipH="1" flipV="1">
              <a:off x="3449775" y="3769907"/>
              <a:ext cx="217415" cy="3262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3679574" y="3112866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2643174" y="4085098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3919710" y="3373434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4095826" y="3822322"/>
              <a:ext cx="71438" cy="7143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51" idx="3"/>
              <a:endCxn id="17" idx="0"/>
            </p:cNvCxnSpPr>
            <p:nvPr/>
          </p:nvCxnSpPr>
          <p:spPr>
            <a:xfrm rot="5400000">
              <a:off x="3470532" y="3204018"/>
              <a:ext cx="249680" cy="1893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20" idx="2"/>
              <a:endCxn id="52" idx="7"/>
            </p:cNvCxnSpPr>
            <p:nvPr/>
          </p:nvCxnSpPr>
          <p:spPr>
            <a:xfrm rot="10800000" flipV="1">
              <a:off x="2704150" y="3892846"/>
              <a:ext cx="296390" cy="2027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17" idx="6"/>
            </p:cNvCxnSpPr>
            <p:nvPr/>
          </p:nvCxnSpPr>
          <p:spPr>
            <a:xfrm flipV="1">
              <a:off x="3536426" y="3426698"/>
              <a:ext cx="383284" cy="32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48" idx="4"/>
            </p:cNvCxnSpPr>
            <p:nvPr/>
          </p:nvCxnSpPr>
          <p:spPr>
            <a:xfrm rot="5400000">
              <a:off x="3555143" y="4010316"/>
              <a:ext cx="352456" cy="519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53" idx="3"/>
              <a:endCxn id="48" idx="0"/>
            </p:cNvCxnSpPr>
            <p:nvPr/>
          </p:nvCxnSpPr>
          <p:spPr>
            <a:xfrm rot="5400000">
              <a:off x="3666652" y="3525104"/>
              <a:ext cx="354214" cy="1728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48" idx="6"/>
              <a:endCxn id="54" idx="2"/>
            </p:cNvCxnSpPr>
            <p:nvPr/>
          </p:nvCxnSpPr>
          <p:spPr>
            <a:xfrm>
              <a:off x="3793064" y="3824343"/>
              <a:ext cx="302762" cy="33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2977122" y="2660028"/>
              <a:ext cx="1000132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PPI graph</a:t>
              </a:r>
              <a:endParaRPr lang="en-US" sz="17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421110" y="1359679"/>
            <a:ext cx="3429024" cy="3143272"/>
          </a:xfrm>
          <a:prstGeom prst="roundRect">
            <a:avLst>
              <a:gd name="adj" fmla="val 7570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</p:nvPr>
        </p:nvGraphicFramePr>
        <p:xfrm>
          <a:off x="650465" y="1560368"/>
          <a:ext cx="2913917" cy="268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808794" y="502423"/>
            <a:ext cx="3500462" cy="3214710"/>
            <a:chOff x="1594612" y="502423"/>
            <a:chExt cx="3500462" cy="3214710"/>
          </a:xfrm>
        </p:grpSpPr>
        <p:grpSp>
          <p:nvGrpSpPr>
            <p:cNvPr id="8" name="Group 7"/>
            <p:cNvGrpSpPr/>
            <p:nvPr/>
          </p:nvGrpSpPr>
          <p:grpSpPr>
            <a:xfrm>
              <a:off x="1594612" y="502423"/>
              <a:ext cx="3500462" cy="3214710"/>
              <a:chOff x="1594612" y="502423"/>
              <a:chExt cx="3500462" cy="321471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1825772" y="502423"/>
                <a:ext cx="3071834" cy="3214710"/>
              </a:xfrm>
              <a:prstGeom prst="roundRect">
                <a:avLst>
                  <a:gd name="adj" fmla="val 7781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6" name="Diagram 5"/>
              <p:cNvGraphicFramePr/>
              <p:nvPr/>
            </p:nvGraphicFramePr>
            <p:xfrm>
              <a:off x="1594612" y="716737"/>
              <a:ext cx="3500462" cy="28575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p:grpSp>
        <p:sp>
          <p:nvSpPr>
            <p:cNvPr id="9" name="TextBox 8"/>
            <p:cNvSpPr txBox="1"/>
            <p:nvPr/>
          </p:nvSpPr>
          <p:spPr>
            <a:xfrm>
              <a:off x="2308992" y="732727"/>
              <a:ext cx="221457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Protein Sequence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10" name="Content Placeholder 25" descr="Captur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8992" y="1162211"/>
              <a:ext cx="2071702" cy="11430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594612" y="417337"/>
            <a:ext cx="7429552" cy="4014176"/>
            <a:chOff x="1594612" y="417337"/>
            <a:chExt cx="7429552" cy="4014176"/>
          </a:xfrm>
        </p:grpSpPr>
        <p:grpSp>
          <p:nvGrpSpPr>
            <p:cNvPr id="2" name="Group 10"/>
            <p:cNvGrpSpPr/>
            <p:nvPr/>
          </p:nvGrpSpPr>
          <p:grpSpPr>
            <a:xfrm>
              <a:off x="1594612" y="502423"/>
              <a:ext cx="3786214" cy="3429024"/>
              <a:chOff x="1594612" y="502423"/>
              <a:chExt cx="3786214" cy="3429024"/>
            </a:xfrm>
          </p:grpSpPr>
          <p:grpSp>
            <p:nvGrpSpPr>
              <p:cNvPr id="3" name="Group 7"/>
              <p:cNvGrpSpPr/>
              <p:nvPr/>
            </p:nvGrpSpPr>
            <p:grpSpPr>
              <a:xfrm>
                <a:off x="1594612" y="502423"/>
                <a:ext cx="3786214" cy="3429024"/>
                <a:chOff x="1594612" y="502423"/>
                <a:chExt cx="3786214" cy="3429024"/>
              </a:xfrm>
            </p:grpSpPr>
            <p:sp>
              <p:nvSpPr>
                <p:cNvPr id="7" name="Rounded Rectangle 6"/>
                <p:cNvSpPr/>
                <p:nvPr/>
              </p:nvSpPr>
              <p:spPr>
                <a:xfrm>
                  <a:off x="1737488" y="502423"/>
                  <a:ext cx="3643338" cy="3429024"/>
                </a:xfrm>
                <a:prstGeom prst="roundRect">
                  <a:avLst>
                    <a:gd name="adj" fmla="val 7781"/>
                  </a:avLst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aphicFrame>
              <p:nvGraphicFramePr>
                <p:cNvPr id="6" name="Diagram 5"/>
                <p:cNvGraphicFramePr/>
                <p:nvPr/>
              </p:nvGraphicFramePr>
              <p:xfrm>
                <a:off x="1594612" y="716737"/>
                <a:ext cx="3500462" cy="285752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</p:grpSp>
          <p:sp>
            <p:nvSpPr>
              <p:cNvPr id="9" name="TextBox 8"/>
              <p:cNvSpPr txBox="1"/>
              <p:nvPr/>
            </p:nvSpPr>
            <p:spPr>
              <a:xfrm>
                <a:off x="2308992" y="732727"/>
                <a:ext cx="2214578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</a:rPr>
                  <a:t>Protein Sequence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" name="Content Placeholder 25" descr="Captur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8992" y="1162211"/>
                <a:ext cx="2071702" cy="1143007"/>
              </a:xfrm>
              <a:prstGeom prst="rect">
                <a:avLst/>
              </a:prstGeom>
            </p:spPr>
          </p:pic>
        </p:grpSp>
        <p:graphicFrame>
          <p:nvGraphicFramePr>
            <p:cNvPr id="8" name="Content Placeholder 4"/>
            <p:cNvGraphicFramePr>
              <a:graphicFrameLocks/>
            </p:cNvGraphicFramePr>
            <p:nvPr/>
          </p:nvGraphicFramePr>
          <p:xfrm>
            <a:off x="2737620" y="1931183"/>
            <a:ext cx="6286544" cy="25003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11" name="Flowchart: Magnetic Disk 10"/>
            <p:cNvSpPr/>
            <p:nvPr/>
          </p:nvSpPr>
          <p:spPr>
            <a:xfrm>
              <a:off x="5636084" y="433588"/>
              <a:ext cx="1142859" cy="1072165"/>
            </a:xfrm>
            <a:prstGeom prst="flowChartMagneticDisk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108868" tIns="54434" rIns="108868" bIns="54434"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Magnetic Disk 11"/>
            <p:cNvSpPr/>
            <p:nvPr/>
          </p:nvSpPr>
          <p:spPr>
            <a:xfrm>
              <a:off x="7198905" y="417337"/>
              <a:ext cx="1142859" cy="1085218"/>
            </a:xfrm>
            <a:prstGeom prst="flowChartMagneticDisk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108868" tIns="54434" rIns="108868" bIns="54434" rtlCol="0" anchor="ctr"/>
            <a:lstStyle/>
            <a:p>
              <a:pPr algn="ctr"/>
              <a:endParaRPr lang="en-US"/>
            </a:p>
          </p:txBody>
        </p:sp>
        <p:sp>
          <p:nvSpPr>
            <p:cNvPr id="26" name="Bent-Up Arrow 25"/>
            <p:cNvSpPr/>
            <p:nvPr/>
          </p:nvSpPr>
          <p:spPr>
            <a:xfrm rot="10800000">
              <a:off x="4907200" y="1145365"/>
              <a:ext cx="687940" cy="1711314"/>
            </a:xfrm>
            <a:prstGeom prst="bentUpArrow">
              <a:avLst>
                <a:gd name="adj1" fmla="val 15081"/>
                <a:gd name="adj2" fmla="val 19048"/>
                <a:gd name="adj3" fmla="val 26984"/>
              </a:avLst>
            </a:prstGeom>
            <a:solidFill>
              <a:srgbClr val="92D050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Left Arrow 27"/>
            <p:cNvSpPr/>
            <p:nvPr/>
          </p:nvSpPr>
          <p:spPr>
            <a:xfrm>
              <a:off x="4713786" y="788175"/>
              <a:ext cx="881354" cy="214314"/>
            </a:xfrm>
            <a:prstGeom prst="left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Left Arrow 28"/>
            <p:cNvSpPr/>
            <p:nvPr/>
          </p:nvSpPr>
          <p:spPr>
            <a:xfrm>
              <a:off x="6853728" y="788175"/>
              <a:ext cx="285752" cy="214314"/>
            </a:xfrm>
            <a:prstGeom prst="left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66578" y="788175"/>
              <a:ext cx="11430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C00000"/>
                  </a:solidFill>
                </a:rPr>
                <a:t>PPI Database</a:t>
              </a:r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81090" y="859613"/>
              <a:ext cx="11430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Uniprot</a:t>
              </a:r>
              <a:endPara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94612" y="502423"/>
            <a:ext cx="6143668" cy="4000528"/>
            <a:chOff x="1594612" y="502423"/>
            <a:chExt cx="6143668" cy="4000528"/>
          </a:xfrm>
        </p:grpSpPr>
        <p:grpSp>
          <p:nvGrpSpPr>
            <p:cNvPr id="2" name="Group 10"/>
            <p:cNvGrpSpPr/>
            <p:nvPr/>
          </p:nvGrpSpPr>
          <p:grpSpPr>
            <a:xfrm>
              <a:off x="1594612" y="502423"/>
              <a:ext cx="3500462" cy="3214710"/>
              <a:chOff x="1594612" y="502423"/>
              <a:chExt cx="3500462" cy="3214710"/>
            </a:xfrm>
          </p:grpSpPr>
          <p:grpSp>
            <p:nvGrpSpPr>
              <p:cNvPr id="3" name="Group 7"/>
              <p:cNvGrpSpPr/>
              <p:nvPr/>
            </p:nvGrpSpPr>
            <p:grpSpPr>
              <a:xfrm>
                <a:off x="1594612" y="502423"/>
                <a:ext cx="3500462" cy="3214710"/>
                <a:chOff x="1594612" y="502423"/>
                <a:chExt cx="3500462" cy="3214710"/>
              </a:xfrm>
            </p:grpSpPr>
            <p:sp>
              <p:nvSpPr>
                <p:cNvPr id="7" name="Rounded Rectangle 6"/>
                <p:cNvSpPr/>
                <p:nvPr/>
              </p:nvSpPr>
              <p:spPr>
                <a:xfrm>
                  <a:off x="1825772" y="502423"/>
                  <a:ext cx="3071834" cy="3214710"/>
                </a:xfrm>
                <a:prstGeom prst="roundRect">
                  <a:avLst>
                    <a:gd name="adj" fmla="val 7781"/>
                  </a:avLst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aphicFrame>
              <p:nvGraphicFramePr>
                <p:cNvPr id="6" name="Diagram 5"/>
                <p:cNvGraphicFramePr/>
                <p:nvPr/>
              </p:nvGraphicFramePr>
              <p:xfrm>
                <a:off x="1594612" y="716737"/>
                <a:ext cx="3500462" cy="285752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</p:grpSp>
          <p:sp>
            <p:nvSpPr>
              <p:cNvPr id="9" name="TextBox 8"/>
              <p:cNvSpPr txBox="1"/>
              <p:nvPr/>
            </p:nvSpPr>
            <p:spPr>
              <a:xfrm>
                <a:off x="2308992" y="732727"/>
                <a:ext cx="2214578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</a:rPr>
                  <a:t>Protein Sequence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" name="Content Placeholder 25" descr="Captur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8992" y="1162211"/>
                <a:ext cx="2071702" cy="1143007"/>
              </a:xfrm>
              <a:prstGeom prst="rect">
                <a:avLst/>
              </a:prstGeom>
            </p:spPr>
          </p:pic>
        </p:grpSp>
        <p:graphicFrame>
          <p:nvGraphicFramePr>
            <p:cNvPr id="8" name="Content Placeholder 4"/>
            <p:cNvGraphicFramePr>
              <a:graphicFrameLocks/>
            </p:cNvGraphicFramePr>
            <p:nvPr/>
          </p:nvGraphicFramePr>
          <p:xfrm>
            <a:off x="2523306" y="2002621"/>
            <a:ext cx="5214974" cy="25003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237422" y="1216803"/>
            <a:ext cx="3071834" cy="2571768"/>
            <a:chOff x="1237422" y="1216803"/>
            <a:chExt cx="3071834" cy="2571768"/>
          </a:xfrm>
        </p:grpSpPr>
        <p:sp>
          <p:nvSpPr>
            <p:cNvPr id="8" name="Rounded Rectangle 7"/>
            <p:cNvSpPr/>
            <p:nvPr/>
          </p:nvSpPr>
          <p:spPr>
            <a:xfrm>
              <a:off x="1237422" y="1288241"/>
              <a:ext cx="3071834" cy="2500330"/>
            </a:xfrm>
            <a:prstGeom prst="roundRect">
              <a:avLst>
                <a:gd name="adj" fmla="val 10117"/>
              </a:avLst>
            </a:prstGeom>
            <a:solidFill>
              <a:schemeClr val="bg1"/>
            </a:solidFill>
            <a:ln>
              <a:solidFill>
                <a:srgbClr val="9AB5E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6" name="Diagram 5"/>
            <p:cNvGraphicFramePr/>
            <p:nvPr/>
          </p:nvGraphicFramePr>
          <p:xfrm>
            <a:off x="1451736" y="1216803"/>
            <a:ext cx="2714644" cy="25717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7" name="Content Placeholder 68" descr="Captur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1934" y="2002621"/>
              <a:ext cx="1187910" cy="1000826"/>
            </a:xfrm>
            <a:prstGeom prst="rect">
              <a:avLst/>
            </a:prstGeom>
            <a:solidFill>
              <a:schemeClr val="bg1"/>
            </a:solidFill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094546" y="1359679"/>
          <a:ext cx="6072230" cy="3323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88026" y="1505753"/>
            <a:ext cx="1857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Protein Sequence</a:t>
            </a:r>
          </a:p>
        </p:txBody>
      </p:sp>
      <p:pic>
        <p:nvPicPr>
          <p:cNvPr id="13" name="Content Placeholder 25" descr="Cap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315" y="1677411"/>
            <a:ext cx="1776561" cy="8000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521" y="1601312"/>
          <a:ext cx="2628165" cy="452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4929071" y="2986556"/>
            <a:ext cx="2332271" cy="889651"/>
            <a:chOff x="180968" y="1797673"/>
            <a:chExt cx="2332271" cy="889651"/>
          </a:xfrm>
        </p:grpSpPr>
        <p:sp>
          <p:nvSpPr>
            <p:cNvPr id="7" name="Rounded Rectangle 6"/>
            <p:cNvSpPr/>
            <p:nvPr/>
          </p:nvSpPr>
          <p:spPr>
            <a:xfrm>
              <a:off x="180968" y="1797673"/>
              <a:ext cx="2332271" cy="88965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07025" y="1823730"/>
              <a:ext cx="2280157" cy="8375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Non-interaction Data</a:t>
              </a:r>
              <a:endParaRPr lang="en-US" sz="1900" kern="1200" dirty="0"/>
            </a:p>
          </p:txBody>
        </p:sp>
      </p:grpSp>
      <p:pic>
        <p:nvPicPr>
          <p:cNvPr id="10" name="Content Placeholder 25" descr="Cap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487" y="716737"/>
            <a:ext cx="1776561" cy="8000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5595140" y="2642365"/>
          <a:ext cx="5214974" cy="2500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21" y="1601312"/>
            <a:ext cx="10971372" cy="328830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endParaRPr lang="en-US" dirty="0"/>
          </a:p>
        </p:txBody>
      </p:sp>
      <p:grpSp>
        <p:nvGrpSpPr>
          <p:cNvPr id="4" name="Group 27"/>
          <p:cNvGrpSpPr/>
          <p:nvPr/>
        </p:nvGrpSpPr>
        <p:grpSpPr>
          <a:xfrm>
            <a:off x="1808426" y="2502044"/>
            <a:ext cx="762965" cy="2216910"/>
            <a:chOff x="1356496" y="2500307"/>
            <a:chExt cx="572298" cy="2215371"/>
          </a:xfrm>
        </p:grpSpPr>
        <p:cxnSp>
          <p:nvCxnSpPr>
            <p:cNvPr id="9" name="Straight Connector 8"/>
            <p:cNvCxnSpPr/>
            <p:nvPr/>
          </p:nvCxnSpPr>
          <p:spPr>
            <a:xfrm rot="5400000">
              <a:off x="464788" y="3821436"/>
              <a:ext cx="1785950" cy="25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 flipH="1" flipV="1">
              <a:off x="1428331" y="2429738"/>
              <a:ext cx="428628" cy="5697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>
              <a:off x="1071302" y="3357326"/>
              <a:ext cx="1713718" cy="12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 flipH="1" flipV="1">
              <a:off x="1392612" y="4179969"/>
              <a:ext cx="500066" cy="5697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Cube 44"/>
          <p:cNvSpPr/>
          <p:nvPr/>
        </p:nvSpPr>
        <p:spPr>
          <a:xfrm rot="18983391">
            <a:off x="3112565" y="3191144"/>
            <a:ext cx="3760333" cy="1718439"/>
          </a:xfrm>
          <a:prstGeom prst="cube">
            <a:avLst>
              <a:gd name="adj" fmla="val 1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739419" y="3905337"/>
            <a:ext cx="952383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GCN1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ounded Rectangle 72"/>
          <p:cNvSpPr/>
          <p:nvPr/>
        </p:nvSpPr>
        <p:spPr>
          <a:xfrm>
            <a:off x="571387" y="2073117"/>
            <a:ext cx="4666675" cy="3717356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9" name="Content Placeholder 68" descr="Capture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209898" y="3359894"/>
            <a:ext cx="960382" cy="643389"/>
          </a:xfrm>
          <a:solidFill>
            <a:schemeClr val="bg1"/>
          </a:solidFill>
        </p:spPr>
      </p:pic>
      <p:sp>
        <p:nvSpPr>
          <p:cNvPr id="45" name="Cube 44"/>
          <p:cNvSpPr/>
          <p:nvPr/>
        </p:nvSpPr>
        <p:spPr>
          <a:xfrm rot="18983391">
            <a:off x="-107944" y="3027254"/>
            <a:ext cx="3760333" cy="1718439"/>
          </a:xfrm>
          <a:prstGeom prst="cube">
            <a:avLst>
              <a:gd name="adj" fmla="val 10000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352264" y="3577557"/>
            <a:ext cx="952383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GCN1</a:t>
            </a:r>
            <a:endParaRPr lang="en-US" sz="1700" dirty="0"/>
          </a:p>
        </p:txBody>
      </p:sp>
      <p:sp>
        <p:nvSpPr>
          <p:cNvPr id="12" name="Rounded Rectangle 11"/>
          <p:cNvSpPr/>
          <p:nvPr/>
        </p:nvSpPr>
        <p:spPr>
          <a:xfrm>
            <a:off x="3001524" y="2611302"/>
            <a:ext cx="666668" cy="221611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2476152" y="3645844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2698435" y="3117376"/>
            <a:ext cx="1286777" cy="89476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Batch normalization</a:t>
            </a:r>
            <a:endParaRPr lang="en-US" sz="1700" dirty="0"/>
          </a:p>
        </p:txBody>
      </p:sp>
      <p:sp>
        <p:nvSpPr>
          <p:cNvPr id="17" name="Right Arrow 16"/>
          <p:cNvSpPr/>
          <p:nvPr/>
        </p:nvSpPr>
        <p:spPr>
          <a:xfrm>
            <a:off x="3843804" y="3648118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332785" y="2614503"/>
            <a:ext cx="666668" cy="2188801"/>
          </a:xfrm>
          <a:prstGeom prst="roundRect">
            <a:avLst/>
          </a:prstGeom>
          <a:solidFill>
            <a:srgbClr val="97DDA3"/>
          </a:solidFill>
          <a:ln>
            <a:solidFill>
              <a:srgbClr val="97D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3777361" y="3277093"/>
            <a:ext cx="380652" cy="285950"/>
            <a:chOff x="4143598" y="3429000"/>
            <a:chExt cx="500066" cy="500066"/>
          </a:xfrm>
        </p:grpSpPr>
        <p:sp>
          <p:nvSpPr>
            <p:cNvPr id="19" name="Rectangle 18"/>
            <p:cNvSpPr/>
            <p:nvPr/>
          </p:nvSpPr>
          <p:spPr>
            <a:xfrm>
              <a:off x="4143598" y="3429000"/>
              <a:ext cx="500066" cy="50006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4173866" y="3466746"/>
              <a:ext cx="398134" cy="275302"/>
              <a:chOff x="4643438" y="4286256"/>
              <a:chExt cx="1143008" cy="715968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4643438" y="5000636"/>
                <a:ext cx="78581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5400000" flipH="1" flipV="1">
                <a:off x="5250661" y="4464851"/>
                <a:ext cx="714380" cy="35719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/>
          <p:cNvSpPr txBox="1"/>
          <p:nvPr/>
        </p:nvSpPr>
        <p:spPr>
          <a:xfrm rot="16200000">
            <a:off x="4236566" y="3310631"/>
            <a:ext cx="857851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FC layer</a:t>
            </a:r>
            <a:endParaRPr lang="en-US" sz="1700" dirty="0"/>
          </a:p>
        </p:txBody>
      </p:sp>
      <p:sp>
        <p:nvSpPr>
          <p:cNvPr id="21" name="Right Arrow 20"/>
          <p:cNvSpPr/>
          <p:nvPr/>
        </p:nvSpPr>
        <p:spPr>
          <a:xfrm>
            <a:off x="5593549" y="3650392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2" name="Cube 21"/>
          <p:cNvSpPr/>
          <p:nvPr/>
        </p:nvSpPr>
        <p:spPr>
          <a:xfrm rot="18983391">
            <a:off x="4397794" y="2990893"/>
            <a:ext cx="3327865" cy="1512884"/>
          </a:xfrm>
          <a:prstGeom prst="cube">
            <a:avLst>
              <a:gd name="adj" fmla="val 1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700322" y="3574357"/>
            <a:ext cx="85714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GCN2</a:t>
            </a:r>
            <a:endParaRPr lang="en-US" sz="1700" dirty="0"/>
          </a:p>
        </p:txBody>
      </p:sp>
      <p:sp>
        <p:nvSpPr>
          <p:cNvPr id="24" name="Right Arrow 23"/>
          <p:cNvSpPr/>
          <p:nvPr/>
        </p:nvSpPr>
        <p:spPr>
          <a:xfrm>
            <a:off x="6615496" y="3666323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153005" y="2640891"/>
            <a:ext cx="666668" cy="217607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6868111" y="3269882"/>
            <a:ext cx="1286777" cy="89476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Batch normalization</a:t>
            </a:r>
            <a:endParaRPr lang="en-US" sz="1700" dirty="0"/>
          </a:p>
        </p:txBody>
      </p:sp>
      <p:sp>
        <p:nvSpPr>
          <p:cNvPr id="31" name="Right Arrow 30"/>
          <p:cNvSpPr/>
          <p:nvPr/>
        </p:nvSpPr>
        <p:spPr>
          <a:xfrm>
            <a:off x="7928563" y="3654939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8466071" y="2800724"/>
            <a:ext cx="666668" cy="1829089"/>
          </a:xfrm>
          <a:prstGeom prst="roundRect">
            <a:avLst/>
          </a:prstGeom>
          <a:solidFill>
            <a:srgbClr val="97DDA3"/>
          </a:solidFill>
          <a:ln>
            <a:solidFill>
              <a:srgbClr val="97D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8351657" y="3312905"/>
            <a:ext cx="857851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FC layer</a:t>
            </a:r>
            <a:endParaRPr lang="en-US" sz="17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7928842" y="3279366"/>
            <a:ext cx="380652" cy="285950"/>
            <a:chOff x="4143598" y="3429000"/>
            <a:chExt cx="500066" cy="500066"/>
          </a:xfrm>
        </p:grpSpPr>
        <p:sp>
          <p:nvSpPr>
            <p:cNvPr id="35" name="Rectangle 34"/>
            <p:cNvSpPr/>
            <p:nvPr/>
          </p:nvSpPr>
          <p:spPr>
            <a:xfrm>
              <a:off x="4143598" y="3429000"/>
              <a:ext cx="500066" cy="50006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27"/>
            <p:cNvGrpSpPr/>
            <p:nvPr/>
          </p:nvGrpSpPr>
          <p:grpSpPr>
            <a:xfrm>
              <a:off x="4173866" y="3467788"/>
              <a:ext cx="398134" cy="275476"/>
              <a:chOff x="4643438" y="4286256"/>
              <a:chExt cx="1143008" cy="715968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>
                <a:off x="4643438" y="5000636"/>
                <a:ext cx="785818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rot="5400000" flipH="1" flipV="1">
                <a:off x="5250661" y="4464851"/>
                <a:ext cx="714380" cy="35719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Right Arrow 40"/>
          <p:cNvSpPr/>
          <p:nvPr/>
        </p:nvSpPr>
        <p:spPr>
          <a:xfrm>
            <a:off x="9278019" y="3657212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 rot="5400000">
            <a:off x="10080605" y="3145902"/>
            <a:ext cx="500413" cy="1142859"/>
          </a:xfrm>
          <a:prstGeom prst="roundRect">
            <a:avLst/>
          </a:prstGeom>
          <a:gradFill flip="none" rotWithShape="1">
            <a:gsLst>
              <a:gs pos="0">
                <a:srgbClr val="006699">
                  <a:tint val="66000"/>
                  <a:satMod val="160000"/>
                </a:srgbClr>
              </a:gs>
              <a:gs pos="50000">
                <a:srgbClr val="006699">
                  <a:tint val="44500"/>
                  <a:satMod val="160000"/>
                </a:srgbClr>
              </a:gs>
              <a:gs pos="100000">
                <a:srgbClr val="006699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795567" y="3571157"/>
            <a:ext cx="1047621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Softmax</a:t>
            </a:r>
            <a:endParaRPr lang="en-US" sz="1700" dirty="0"/>
          </a:p>
        </p:txBody>
      </p:sp>
      <p:cxnSp>
        <p:nvCxnSpPr>
          <p:cNvPr id="47" name="Straight Connector 46"/>
          <p:cNvCxnSpPr>
            <a:stCxn id="42" idx="0"/>
          </p:cNvCxnSpPr>
          <p:nvPr/>
        </p:nvCxnSpPr>
        <p:spPr>
          <a:xfrm>
            <a:off x="10902241" y="3717332"/>
            <a:ext cx="240594" cy="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/>
          <p:nvPr/>
        </p:nvCxnSpPr>
        <p:spPr>
          <a:xfrm rot="5400000">
            <a:off x="10675883" y="3698182"/>
            <a:ext cx="929339" cy="2117"/>
          </a:xfrm>
          <a:prstGeom prst="bentConnector3">
            <a:avLst>
              <a:gd name="adj1" fmla="val 52939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761882" y="2657819"/>
            <a:ext cx="1142859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Positive edge</a:t>
            </a:r>
            <a:endParaRPr lang="en-US" sz="1700" dirty="0"/>
          </a:p>
        </p:txBody>
      </p:sp>
      <p:sp>
        <p:nvSpPr>
          <p:cNvPr id="68" name="TextBox 67"/>
          <p:cNvSpPr txBox="1"/>
          <p:nvPr/>
        </p:nvSpPr>
        <p:spPr>
          <a:xfrm>
            <a:off x="10910470" y="4203387"/>
            <a:ext cx="1142859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Negative edge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9" name="Content Placeholder 68" descr="Capture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336539" y="3359894"/>
            <a:ext cx="960382" cy="643389"/>
          </a:xfrm>
          <a:solidFill>
            <a:schemeClr val="bg1"/>
          </a:solidFill>
        </p:spPr>
      </p:pic>
      <p:sp>
        <p:nvSpPr>
          <p:cNvPr id="21" name="Right Arrow 20"/>
          <p:cNvSpPr/>
          <p:nvPr/>
        </p:nvSpPr>
        <p:spPr>
          <a:xfrm>
            <a:off x="517154" y="3650392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2141619" y="2287580"/>
            <a:ext cx="7434167" cy="3002480"/>
            <a:chOff x="1606423" y="2285992"/>
            <a:chExt cx="5576351" cy="3000396"/>
          </a:xfrm>
        </p:grpSpPr>
        <p:sp>
          <p:nvSpPr>
            <p:cNvPr id="40" name="Rounded Rectangle 39"/>
            <p:cNvSpPr/>
            <p:nvPr/>
          </p:nvSpPr>
          <p:spPr>
            <a:xfrm>
              <a:off x="2258688" y="2285992"/>
              <a:ext cx="3071834" cy="3000396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ube 21"/>
            <p:cNvSpPr/>
            <p:nvPr/>
          </p:nvSpPr>
          <p:spPr>
            <a:xfrm rot="18983391">
              <a:off x="1606423" y="2988817"/>
              <a:ext cx="2496224" cy="1511834"/>
            </a:xfrm>
            <a:prstGeom prst="cube">
              <a:avLst>
                <a:gd name="adj" fmla="val 100000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83446" y="3571876"/>
              <a:ext cx="642942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GCN2</a:t>
              </a:r>
              <a:endParaRPr lang="en-US" sz="1700" dirty="0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3283564" y="3663778"/>
              <a:ext cx="285752" cy="14287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714044" y="2639058"/>
              <a:ext cx="500066" cy="217456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 rot="16200000">
              <a:off x="3312712" y="3385703"/>
              <a:ext cx="1285884" cy="657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Batch normalization</a:t>
              </a:r>
              <a:endParaRPr lang="en-US" sz="1700" dirty="0"/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4323084" y="3652402"/>
              <a:ext cx="285752" cy="14287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739916" y="2798780"/>
              <a:ext cx="500066" cy="1827820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4547202" y="3396099"/>
              <a:ext cx="857256" cy="461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FC layer</a:t>
              </a:r>
              <a:endParaRPr lang="en-US" sz="1700" dirty="0"/>
            </a:p>
          </p:txBody>
        </p:sp>
        <p:grpSp>
          <p:nvGrpSpPr>
            <p:cNvPr id="5" name="Group 33"/>
            <p:cNvGrpSpPr/>
            <p:nvPr/>
          </p:nvGrpSpPr>
          <p:grpSpPr>
            <a:xfrm>
              <a:off x="4336942" y="3277090"/>
              <a:ext cx="285526" cy="285752"/>
              <a:chOff x="4143598" y="3429000"/>
              <a:chExt cx="500066" cy="500066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4143598" y="3429000"/>
                <a:ext cx="500066" cy="5000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" name="Group 27"/>
              <p:cNvGrpSpPr/>
              <p:nvPr/>
            </p:nvGrpSpPr>
            <p:grpSpPr>
              <a:xfrm>
                <a:off x="4173866" y="3467788"/>
                <a:ext cx="398134" cy="275476"/>
                <a:chOff x="4643438" y="4286256"/>
                <a:chExt cx="1143008" cy="715968"/>
              </a:xfrm>
            </p:grpSpPr>
            <p:cxnSp>
              <p:nvCxnSpPr>
                <p:cNvPr id="37" name="Straight Connector 36"/>
                <p:cNvCxnSpPr/>
                <p:nvPr/>
              </p:nvCxnSpPr>
              <p:spPr>
                <a:xfrm>
                  <a:off x="4643438" y="5000636"/>
                  <a:ext cx="785818" cy="15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 rot="5400000" flipH="1" flipV="1">
                  <a:off x="5250661" y="4464851"/>
                  <a:ext cx="714380" cy="3571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Right Arrow 40"/>
            <p:cNvSpPr/>
            <p:nvPr/>
          </p:nvSpPr>
          <p:spPr>
            <a:xfrm>
              <a:off x="5388312" y="3654674"/>
              <a:ext cx="246396" cy="1315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/>
            <p:cNvSpPr/>
            <p:nvPr/>
          </p:nvSpPr>
          <p:spPr>
            <a:xfrm rot="5400000">
              <a:off x="5874972" y="3286124"/>
              <a:ext cx="500066" cy="857256"/>
            </a:xfrm>
            <a:prstGeom prst="roundRect">
              <a:avLst/>
            </a:prstGeom>
            <a:gradFill flip="none" rotWithShape="1">
              <a:gsLst>
                <a:gs pos="0">
                  <a:srgbClr val="006699">
                    <a:tint val="66000"/>
                    <a:satMod val="160000"/>
                  </a:srgbClr>
                </a:gs>
                <a:gs pos="50000">
                  <a:srgbClr val="006699">
                    <a:tint val="44500"/>
                    <a:satMod val="160000"/>
                  </a:srgbClr>
                </a:gs>
                <a:gs pos="100000">
                  <a:srgbClr val="006699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723520" y="3568678"/>
              <a:ext cx="785818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Softmax</a:t>
              </a:r>
              <a:endParaRPr lang="en-US" sz="1700" dirty="0"/>
            </a:p>
          </p:txBody>
        </p:sp>
        <p:cxnSp>
          <p:nvCxnSpPr>
            <p:cNvPr id="47" name="Straight Connector 46"/>
            <p:cNvCxnSpPr>
              <a:stCxn id="42" idx="0"/>
            </p:cNvCxnSpPr>
            <p:nvPr/>
          </p:nvCxnSpPr>
          <p:spPr>
            <a:xfrm>
              <a:off x="6553633" y="3714752"/>
              <a:ext cx="180469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/>
            <p:nvPr/>
          </p:nvCxnSpPr>
          <p:spPr>
            <a:xfrm rot="5400000">
              <a:off x="6281691" y="3695879"/>
              <a:ext cx="928694" cy="1588"/>
            </a:xfrm>
            <a:prstGeom prst="bentConnector3">
              <a:avLst>
                <a:gd name="adj1" fmla="val 52939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6325518" y="2655974"/>
              <a:ext cx="857256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Positive edge</a:t>
              </a:r>
              <a:endParaRPr lang="en-US" sz="17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14142" y="4200470"/>
              <a:ext cx="857256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Negative edge</a:t>
              </a:r>
              <a:endParaRPr lang="en-US" sz="17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9" name="Content Placeholder 68" descr="Capture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209898" y="3359894"/>
            <a:ext cx="960382" cy="643389"/>
          </a:xfrm>
          <a:solidFill>
            <a:schemeClr val="bg1"/>
          </a:solidFill>
        </p:spPr>
      </p:pic>
      <p:grpSp>
        <p:nvGrpSpPr>
          <p:cNvPr id="39" name="Group 38"/>
          <p:cNvGrpSpPr/>
          <p:nvPr/>
        </p:nvGrpSpPr>
        <p:grpSpPr>
          <a:xfrm>
            <a:off x="929169" y="2073117"/>
            <a:ext cx="5655321" cy="3717356"/>
            <a:chOff x="696967" y="2071678"/>
            <a:chExt cx="4242043" cy="3714776"/>
          </a:xfrm>
        </p:grpSpPr>
        <p:sp>
          <p:nvSpPr>
            <p:cNvPr id="73" name="Rounded Rectangle 72"/>
            <p:cNvSpPr/>
            <p:nvPr/>
          </p:nvSpPr>
          <p:spPr>
            <a:xfrm>
              <a:off x="1438548" y="2071678"/>
              <a:ext cx="3500462" cy="3714776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Cube 44"/>
            <p:cNvSpPr/>
            <p:nvPr/>
          </p:nvSpPr>
          <p:spPr>
            <a:xfrm rot="18983391">
              <a:off x="696967" y="3025153"/>
              <a:ext cx="2820617" cy="1717246"/>
            </a:xfrm>
            <a:prstGeom prst="cube">
              <a:avLst>
                <a:gd name="adj" fmla="val 10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74154" y="3575074"/>
              <a:ext cx="714380" cy="353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GCN1</a:t>
              </a:r>
              <a:endParaRPr lang="en-US" sz="17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70316" y="2609490"/>
              <a:ext cx="500066" cy="2214578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2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2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2648940" y="3643314"/>
              <a:ext cx="285752" cy="14287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 rot="16200000">
              <a:off x="2668984" y="3233303"/>
              <a:ext cx="1285884" cy="657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Batch normalization</a:t>
              </a:r>
              <a:endParaRPr lang="en-US" sz="1700" dirty="0"/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3770348" y="3645586"/>
              <a:ext cx="285752" cy="14287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205372" y="2612688"/>
              <a:ext cx="500066" cy="2187282"/>
            </a:xfrm>
            <a:prstGeom prst="roundRect">
              <a:avLst/>
            </a:prstGeom>
            <a:solidFill>
              <a:srgbClr val="97DDA3"/>
            </a:solidFill>
            <a:ln>
              <a:solidFill>
                <a:srgbClr val="97D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" name="Group 28"/>
            <p:cNvGrpSpPr/>
            <p:nvPr/>
          </p:nvGrpSpPr>
          <p:grpSpPr>
            <a:xfrm>
              <a:off x="3693214" y="3274818"/>
              <a:ext cx="285526" cy="285752"/>
              <a:chOff x="4143598" y="3429000"/>
              <a:chExt cx="500066" cy="500066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4143598" y="3429000"/>
                <a:ext cx="500066" cy="5000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" name="Group 27"/>
              <p:cNvGrpSpPr/>
              <p:nvPr/>
            </p:nvGrpSpPr>
            <p:grpSpPr>
              <a:xfrm>
                <a:off x="4173866" y="3466746"/>
                <a:ext cx="398134" cy="275302"/>
                <a:chOff x="4643438" y="4286256"/>
                <a:chExt cx="1143008" cy="715968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643438" y="5000636"/>
                  <a:ext cx="785818" cy="15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 rot="5400000" flipH="1" flipV="1">
                  <a:off x="5250661" y="4464851"/>
                  <a:ext cx="714380" cy="3571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" name="TextBox 19"/>
            <p:cNvSpPr txBox="1"/>
            <p:nvPr/>
          </p:nvSpPr>
          <p:spPr>
            <a:xfrm rot="16200000">
              <a:off x="3985362" y="3393826"/>
              <a:ext cx="857256" cy="461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FC layer</a:t>
              </a:r>
              <a:endParaRPr lang="en-US" sz="1700" dirty="0"/>
            </a:p>
          </p:txBody>
        </p:sp>
      </p:grpSp>
      <p:sp>
        <p:nvSpPr>
          <p:cNvPr id="21" name="Right Arrow 20"/>
          <p:cNvSpPr/>
          <p:nvPr/>
        </p:nvSpPr>
        <p:spPr>
          <a:xfrm>
            <a:off x="7999972" y="3431382"/>
            <a:ext cx="380953" cy="1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2" name="Cube 21"/>
          <p:cNvSpPr/>
          <p:nvPr/>
        </p:nvSpPr>
        <p:spPr>
          <a:xfrm rot="18983391">
            <a:off x="9093051" y="4513047"/>
            <a:ext cx="3327865" cy="1512884"/>
          </a:xfrm>
          <a:prstGeom prst="cube">
            <a:avLst>
              <a:gd name="adj" fmla="val 1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761878" y="3645845"/>
            <a:ext cx="85714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GCN2</a:t>
            </a:r>
            <a:endParaRPr lang="en-US" sz="1700" dirty="0"/>
          </a:p>
        </p:txBody>
      </p:sp>
      <p:sp>
        <p:nvSpPr>
          <p:cNvPr id="26" name="Rounded Rectangle 25"/>
          <p:cNvSpPr/>
          <p:nvPr/>
        </p:nvSpPr>
        <p:spPr>
          <a:xfrm>
            <a:off x="7153005" y="2640891"/>
            <a:ext cx="666668" cy="217607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6868111" y="3269882"/>
            <a:ext cx="1286777" cy="89476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Batch normalization</a:t>
            </a:r>
            <a:endParaRPr lang="en-US" sz="1700" dirty="0"/>
          </a:p>
        </p:txBody>
      </p:sp>
      <p:sp>
        <p:nvSpPr>
          <p:cNvPr id="32" name="Rounded Rectangle 31"/>
          <p:cNvSpPr/>
          <p:nvPr/>
        </p:nvSpPr>
        <p:spPr>
          <a:xfrm>
            <a:off x="8466071" y="2800724"/>
            <a:ext cx="666668" cy="1829089"/>
          </a:xfrm>
          <a:prstGeom prst="roundRect">
            <a:avLst/>
          </a:prstGeom>
          <a:solidFill>
            <a:srgbClr val="97DDA3"/>
          </a:solidFill>
          <a:ln>
            <a:solidFill>
              <a:srgbClr val="97D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8351657" y="3312905"/>
            <a:ext cx="857851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FC layer</a:t>
            </a:r>
            <a:endParaRPr lang="en-US" sz="1700" dirty="0"/>
          </a:p>
        </p:txBody>
      </p:sp>
      <p:sp>
        <p:nvSpPr>
          <p:cNvPr id="42" name="Rounded Rectangle 41"/>
          <p:cNvSpPr/>
          <p:nvPr/>
        </p:nvSpPr>
        <p:spPr>
          <a:xfrm rot="5400000">
            <a:off x="10080605" y="3145902"/>
            <a:ext cx="500413" cy="1142859"/>
          </a:xfrm>
          <a:prstGeom prst="roundRect">
            <a:avLst/>
          </a:prstGeom>
          <a:gradFill flip="none" rotWithShape="1">
            <a:gsLst>
              <a:gs pos="0">
                <a:srgbClr val="006699">
                  <a:tint val="66000"/>
                  <a:satMod val="160000"/>
                </a:srgbClr>
              </a:gs>
              <a:gs pos="50000">
                <a:srgbClr val="006699">
                  <a:tint val="44500"/>
                  <a:satMod val="160000"/>
                </a:srgbClr>
              </a:gs>
              <a:gs pos="100000">
                <a:srgbClr val="006699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795567" y="3571157"/>
            <a:ext cx="1047621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Softmax</a:t>
            </a:r>
            <a:endParaRPr lang="en-US" sz="1700" dirty="0"/>
          </a:p>
        </p:txBody>
      </p:sp>
      <p:cxnSp>
        <p:nvCxnSpPr>
          <p:cNvPr id="59" name="Elbow Connector 58"/>
          <p:cNvCxnSpPr/>
          <p:nvPr/>
        </p:nvCxnSpPr>
        <p:spPr>
          <a:xfrm rot="5400000">
            <a:off x="10675883" y="3698182"/>
            <a:ext cx="929339" cy="2117"/>
          </a:xfrm>
          <a:prstGeom prst="bentConnector3">
            <a:avLst>
              <a:gd name="adj1" fmla="val 52939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761882" y="2657819"/>
            <a:ext cx="1142859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Positive edge</a:t>
            </a:r>
            <a:endParaRPr lang="en-US" sz="1700" dirty="0"/>
          </a:p>
        </p:txBody>
      </p:sp>
      <p:sp>
        <p:nvSpPr>
          <p:cNvPr id="68" name="TextBox 67"/>
          <p:cNvSpPr txBox="1"/>
          <p:nvPr/>
        </p:nvSpPr>
        <p:spPr>
          <a:xfrm>
            <a:off x="10910470" y="4203387"/>
            <a:ext cx="1142859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Negative edge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619015" y="1587880"/>
            <a:ext cx="1904765" cy="107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4090812" y="1608138"/>
            <a:ext cx="1142859" cy="857851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pic>
        <p:nvPicPr>
          <p:cNvPr id="26" name="Content Placeholder 25" descr="Capture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96962" y="1771990"/>
            <a:ext cx="1714289" cy="857851"/>
          </a:xfrm>
        </p:spPr>
      </p:pic>
      <p:sp>
        <p:nvSpPr>
          <p:cNvPr id="5" name="TextBox 4"/>
          <p:cNvSpPr txBox="1"/>
          <p:nvPr/>
        </p:nvSpPr>
        <p:spPr>
          <a:xfrm>
            <a:off x="4089348" y="1858654"/>
            <a:ext cx="1333336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PPI Database</a:t>
            </a:r>
            <a:endParaRPr lang="en-US" sz="1700" dirty="0"/>
          </a:p>
        </p:txBody>
      </p:sp>
      <p:cxnSp>
        <p:nvCxnSpPr>
          <p:cNvPr id="7" name="Straight Arrow Connector 6"/>
          <p:cNvCxnSpPr>
            <a:endCxn id="9" idx="1"/>
          </p:cNvCxnSpPr>
          <p:nvPr/>
        </p:nvCxnSpPr>
        <p:spPr>
          <a:xfrm flipV="1">
            <a:off x="5238062" y="2124038"/>
            <a:ext cx="380953" cy="205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 rot="5400000">
            <a:off x="9511434" y="358834"/>
            <a:ext cx="1072316" cy="3523817"/>
          </a:xfrm>
          <a:prstGeom prst="rect">
            <a:avLst/>
          </a:prstGeom>
          <a:solidFill>
            <a:srgbClr val="FDE7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25754" y="1784969"/>
            <a:ext cx="1523812" cy="6433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132449" y="1784969"/>
            <a:ext cx="1523812" cy="643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463263" y="1734152"/>
            <a:ext cx="1545495" cy="89476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Amino Acid Composition (AAC)</a:t>
            </a:r>
            <a:endParaRPr lang="en-US" sz="1700" dirty="0"/>
          </a:p>
        </p:txBody>
      </p:sp>
      <p:sp>
        <p:nvSpPr>
          <p:cNvPr id="34" name="TextBox 33"/>
          <p:cNvSpPr txBox="1"/>
          <p:nvPr/>
        </p:nvSpPr>
        <p:spPr>
          <a:xfrm>
            <a:off x="10244978" y="1795957"/>
            <a:ext cx="1428574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Conjoint Triad (CT)</a:t>
            </a:r>
            <a:endParaRPr lang="en-US" sz="1700" dirty="0"/>
          </a:p>
        </p:txBody>
      </p:sp>
      <p:cxnSp>
        <p:nvCxnSpPr>
          <p:cNvPr id="38" name="Straight Arrow Connector 37"/>
          <p:cNvCxnSpPr/>
          <p:nvPr/>
        </p:nvCxnSpPr>
        <p:spPr>
          <a:xfrm rot="5400000">
            <a:off x="9786571" y="3144373"/>
            <a:ext cx="428926" cy="2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061956" y="3377268"/>
            <a:ext cx="1904765" cy="3574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9289943" y="3407621"/>
            <a:ext cx="142857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AAC+CT</a:t>
            </a:r>
            <a:endParaRPr lang="en-US" sz="1700" dirty="0"/>
          </a:p>
        </p:txBody>
      </p:sp>
      <p:sp>
        <p:nvSpPr>
          <p:cNvPr id="41" name="Rectangle 40"/>
          <p:cNvSpPr/>
          <p:nvPr/>
        </p:nvSpPr>
        <p:spPr>
          <a:xfrm>
            <a:off x="9080711" y="4089947"/>
            <a:ext cx="1904765" cy="357438"/>
          </a:xfrm>
          <a:prstGeom prst="rect">
            <a:avLst/>
          </a:prstGeom>
          <a:solidFill>
            <a:srgbClr val="79D5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9628995" y="4119201"/>
            <a:ext cx="1238097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PCA</a:t>
            </a:r>
            <a:endParaRPr lang="en-US" sz="1700" dirty="0"/>
          </a:p>
        </p:txBody>
      </p:sp>
      <p:cxnSp>
        <p:nvCxnSpPr>
          <p:cNvPr id="44" name="Straight Arrow Connector 43"/>
          <p:cNvCxnSpPr>
            <a:stCxn id="39" idx="2"/>
            <a:endCxn id="41" idx="0"/>
          </p:cNvCxnSpPr>
          <p:nvPr/>
        </p:nvCxnSpPr>
        <p:spPr>
          <a:xfrm rot="16200000" flipH="1">
            <a:off x="9846096" y="3902949"/>
            <a:ext cx="355241" cy="18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9" idx="3"/>
            <a:endCxn id="30" idx="2"/>
          </p:cNvCxnSpPr>
          <p:nvPr/>
        </p:nvCxnSpPr>
        <p:spPr>
          <a:xfrm flipV="1">
            <a:off x="7523781" y="2120743"/>
            <a:ext cx="761903" cy="3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rot="16200000" flipH="1">
            <a:off x="9022848" y="2644259"/>
            <a:ext cx="428385" cy="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10547419" y="2644754"/>
            <a:ext cx="428926" cy="2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9238069" y="2844304"/>
            <a:ext cx="666668" cy="151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rot="10800000">
            <a:off x="10095214" y="2859481"/>
            <a:ext cx="666668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904737" y="2787993"/>
            <a:ext cx="190477" cy="142975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565678" y="1517493"/>
            <a:ext cx="200000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Protein Sequence</a:t>
            </a:r>
            <a:endParaRPr lang="en-US" sz="1700" dirty="0"/>
          </a:p>
        </p:txBody>
      </p:sp>
      <p:cxnSp>
        <p:nvCxnSpPr>
          <p:cNvPr id="35" name="Straight Arrow Connector 34"/>
          <p:cNvCxnSpPr/>
          <p:nvPr/>
        </p:nvCxnSpPr>
        <p:spPr>
          <a:xfrm rot="16200000" flipH="1">
            <a:off x="4412803" y="2755873"/>
            <a:ext cx="523487" cy="15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Magnetic Disk 42"/>
          <p:cNvSpPr/>
          <p:nvPr/>
        </p:nvSpPr>
        <p:spPr>
          <a:xfrm>
            <a:off x="2664251" y="974639"/>
            <a:ext cx="1142859" cy="857851"/>
          </a:xfrm>
          <a:prstGeom prst="flowChartMagneticDisk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717038" y="1390792"/>
            <a:ext cx="1047621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err="1" smtClean="0"/>
              <a:t>Uniprot</a:t>
            </a:r>
            <a:endParaRPr lang="en-US" sz="1700" dirty="0"/>
          </a:p>
        </p:txBody>
      </p:sp>
      <p:sp>
        <p:nvSpPr>
          <p:cNvPr id="36" name="Rectangle 35"/>
          <p:cNvSpPr/>
          <p:nvPr/>
        </p:nvSpPr>
        <p:spPr>
          <a:xfrm>
            <a:off x="3864289" y="3053273"/>
            <a:ext cx="1904765" cy="571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919090" y="3068450"/>
            <a:ext cx="1904765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Non interaction data</a:t>
            </a:r>
            <a:endParaRPr lang="en-US" sz="1700" dirty="0"/>
          </a:p>
        </p:txBody>
      </p:sp>
      <p:graphicFrame>
        <p:nvGraphicFramePr>
          <p:cNvPr id="59" name="Diagram 58"/>
          <p:cNvGraphicFramePr/>
          <p:nvPr/>
        </p:nvGraphicFramePr>
        <p:xfrm>
          <a:off x="271309" y="2716505"/>
          <a:ext cx="2623306" cy="2645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1" name="Flowchart: Process 60"/>
          <p:cNvSpPr/>
          <p:nvPr/>
        </p:nvSpPr>
        <p:spPr>
          <a:xfrm>
            <a:off x="2894616" y="2852467"/>
            <a:ext cx="60951" cy="250206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>
            <a:off x="2988390" y="3339224"/>
            <a:ext cx="857144" cy="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endCxn id="2" idx="2"/>
          </p:cNvCxnSpPr>
          <p:nvPr/>
        </p:nvCxnSpPr>
        <p:spPr>
          <a:xfrm flipV="1">
            <a:off x="3809488" y="1418622"/>
            <a:ext cx="2285718" cy="1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2" idx="2"/>
          </p:cNvCxnSpPr>
          <p:nvPr/>
        </p:nvCxnSpPr>
        <p:spPr>
          <a:xfrm rot="5400000">
            <a:off x="6018166" y="1495399"/>
            <a:ext cx="154081" cy="2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/>
          <p:cNvCxnSpPr>
            <a:stCxn id="43" idx="3"/>
          </p:cNvCxnSpPr>
          <p:nvPr/>
        </p:nvCxnSpPr>
        <p:spPr>
          <a:xfrm rot="16200000" flipH="1">
            <a:off x="3114000" y="1954170"/>
            <a:ext cx="1198122" cy="954761"/>
          </a:xfrm>
          <a:prstGeom prst="bentConnector3">
            <a:avLst>
              <a:gd name="adj1" fmla="val 723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619015" y="1587880"/>
            <a:ext cx="1904765" cy="107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3523773" y="214439"/>
            <a:ext cx="1142859" cy="857851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pic>
        <p:nvPicPr>
          <p:cNvPr id="26" name="Content Placeholder 25" descr="Cap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6962" y="1771990"/>
            <a:ext cx="1714289" cy="857851"/>
          </a:xfrm>
        </p:spPr>
      </p:pic>
      <p:sp>
        <p:nvSpPr>
          <p:cNvPr id="5" name="TextBox 4"/>
          <p:cNvSpPr txBox="1"/>
          <p:nvPr/>
        </p:nvSpPr>
        <p:spPr>
          <a:xfrm>
            <a:off x="3428535" y="500389"/>
            <a:ext cx="1238097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PPI Database</a:t>
            </a:r>
            <a:endParaRPr lang="en-US" sz="17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952347" y="2144604"/>
            <a:ext cx="666668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 rot="5400000">
            <a:off x="9511434" y="358834"/>
            <a:ext cx="1072316" cy="3523817"/>
          </a:xfrm>
          <a:prstGeom prst="rect">
            <a:avLst/>
          </a:prstGeom>
          <a:solidFill>
            <a:srgbClr val="FDE7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425754" y="1784969"/>
            <a:ext cx="1523812" cy="6433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132449" y="1784969"/>
            <a:ext cx="1523812" cy="643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463263" y="1734152"/>
            <a:ext cx="1545495" cy="89476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Amino Acid Composition (AAC)</a:t>
            </a:r>
            <a:endParaRPr lang="en-US" sz="1700" dirty="0"/>
          </a:p>
        </p:txBody>
      </p:sp>
      <p:sp>
        <p:nvSpPr>
          <p:cNvPr id="34" name="TextBox 33"/>
          <p:cNvSpPr txBox="1"/>
          <p:nvPr/>
        </p:nvSpPr>
        <p:spPr>
          <a:xfrm>
            <a:off x="10244978" y="1795957"/>
            <a:ext cx="1428574" cy="63315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Conjoint Triad (CT)</a:t>
            </a:r>
            <a:endParaRPr lang="en-US" sz="1700" dirty="0"/>
          </a:p>
        </p:txBody>
      </p:sp>
      <p:cxnSp>
        <p:nvCxnSpPr>
          <p:cNvPr id="38" name="Straight Arrow Connector 37"/>
          <p:cNvCxnSpPr/>
          <p:nvPr/>
        </p:nvCxnSpPr>
        <p:spPr>
          <a:xfrm rot="5400000">
            <a:off x="9786571" y="3144373"/>
            <a:ext cx="428926" cy="2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061956" y="3377268"/>
            <a:ext cx="1904765" cy="3574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9289943" y="3407621"/>
            <a:ext cx="142857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AAC+CT</a:t>
            </a:r>
            <a:endParaRPr lang="en-US" sz="1700" dirty="0"/>
          </a:p>
        </p:txBody>
      </p:sp>
      <p:sp>
        <p:nvSpPr>
          <p:cNvPr id="41" name="Rectangle 40"/>
          <p:cNvSpPr/>
          <p:nvPr/>
        </p:nvSpPr>
        <p:spPr>
          <a:xfrm>
            <a:off x="9080711" y="4089947"/>
            <a:ext cx="1904765" cy="357438"/>
          </a:xfrm>
          <a:prstGeom prst="rect">
            <a:avLst/>
          </a:prstGeom>
          <a:solidFill>
            <a:srgbClr val="79D5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9628995" y="4119201"/>
            <a:ext cx="1238097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PCA</a:t>
            </a:r>
            <a:endParaRPr lang="en-US" sz="1700" dirty="0"/>
          </a:p>
        </p:txBody>
      </p:sp>
      <p:cxnSp>
        <p:nvCxnSpPr>
          <p:cNvPr id="44" name="Straight Arrow Connector 43"/>
          <p:cNvCxnSpPr>
            <a:stCxn id="39" idx="2"/>
            <a:endCxn id="41" idx="0"/>
          </p:cNvCxnSpPr>
          <p:nvPr/>
        </p:nvCxnSpPr>
        <p:spPr>
          <a:xfrm rot="16200000" flipH="1">
            <a:off x="9846096" y="3902949"/>
            <a:ext cx="355241" cy="18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9" idx="3"/>
            <a:endCxn id="30" idx="2"/>
          </p:cNvCxnSpPr>
          <p:nvPr/>
        </p:nvCxnSpPr>
        <p:spPr>
          <a:xfrm flipV="1">
            <a:off x="7523781" y="2120743"/>
            <a:ext cx="761903" cy="3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rot="16200000" flipH="1">
            <a:off x="9022848" y="2644259"/>
            <a:ext cx="428385" cy="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10547419" y="2644754"/>
            <a:ext cx="428926" cy="2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9238069" y="2844304"/>
            <a:ext cx="666668" cy="151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rot="10800000">
            <a:off x="10095214" y="2859481"/>
            <a:ext cx="666668" cy="15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904737" y="2787993"/>
            <a:ext cx="190477" cy="142975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565678" y="1517493"/>
            <a:ext cx="2000004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smtClean="0"/>
              <a:t>Protein Sequence</a:t>
            </a:r>
            <a:endParaRPr lang="en-US" sz="1700" dirty="0"/>
          </a:p>
        </p:txBody>
      </p:sp>
      <p:cxnSp>
        <p:nvCxnSpPr>
          <p:cNvPr id="35" name="Straight Arrow Connector 34"/>
          <p:cNvCxnSpPr/>
          <p:nvPr/>
        </p:nvCxnSpPr>
        <p:spPr>
          <a:xfrm rot="5400000">
            <a:off x="2952459" y="2258366"/>
            <a:ext cx="2287604" cy="2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Magnetic Disk 42"/>
          <p:cNvSpPr/>
          <p:nvPr/>
        </p:nvSpPr>
        <p:spPr>
          <a:xfrm>
            <a:off x="5333300" y="214439"/>
            <a:ext cx="1142859" cy="857851"/>
          </a:xfrm>
          <a:prstGeom prst="flowChartMagneticDisk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08868" tIns="54434" rIns="108868" bIns="54434"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395420" y="571877"/>
            <a:ext cx="1047621" cy="371541"/>
          </a:xfrm>
          <a:prstGeom prst="rect">
            <a:avLst/>
          </a:prstGeom>
          <a:noFill/>
        </p:spPr>
        <p:txBody>
          <a:bodyPr wrap="square" lIns="108868" tIns="54434" rIns="108868" bIns="54434" rtlCol="0">
            <a:spAutoFit/>
          </a:bodyPr>
          <a:lstStyle/>
          <a:p>
            <a:r>
              <a:rPr lang="en-US" sz="1700" dirty="0" err="1" smtClean="0"/>
              <a:t>Uniprot</a:t>
            </a:r>
            <a:endParaRPr lang="en-US" sz="1700" dirty="0"/>
          </a:p>
        </p:txBody>
      </p:sp>
      <p:cxnSp>
        <p:nvCxnSpPr>
          <p:cNvPr id="56" name="Straight Arrow Connector 55"/>
          <p:cNvCxnSpPr/>
          <p:nvPr/>
        </p:nvCxnSpPr>
        <p:spPr>
          <a:xfrm rot="16200000" flipH="1">
            <a:off x="3815839" y="2328023"/>
            <a:ext cx="2101298" cy="187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/>
          <p:cNvGrpSpPr/>
          <p:nvPr/>
        </p:nvGrpSpPr>
        <p:grpSpPr>
          <a:xfrm>
            <a:off x="107575" y="3087601"/>
            <a:ext cx="5496282" cy="2645042"/>
            <a:chOff x="422420" y="2663838"/>
            <a:chExt cx="4122748" cy="2643206"/>
          </a:xfrm>
        </p:grpSpPr>
        <p:sp>
          <p:nvSpPr>
            <p:cNvPr id="36" name="Rectangle 35"/>
            <p:cNvSpPr/>
            <p:nvPr/>
          </p:nvSpPr>
          <p:spPr>
            <a:xfrm>
              <a:off x="3089370" y="3000372"/>
              <a:ext cx="1428760" cy="57150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116408" y="3015538"/>
              <a:ext cx="1428760" cy="615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 smtClean="0"/>
                <a:t>Non interaction data</a:t>
              </a:r>
              <a:endParaRPr lang="en-US" sz="1700" dirty="0"/>
            </a:p>
          </p:txBody>
        </p:sp>
        <p:graphicFrame>
          <p:nvGraphicFramePr>
            <p:cNvPr id="59" name="Diagram 58"/>
            <p:cNvGraphicFramePr/>
            <p:nvPr/>
          </p:nvGraphicFramePr>
          <p:xfrm>
            <a:off x="422420" y="2663838"/>
            <a:ext cx="1967736" cy="264320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61" name="Flowchart: Process 60"/>
            <p:cNvSpPr/>
            <p:nvPr/>
          </p:nvSpPr>
          <p:spPr>
            <a:xfrm>
              <a:off x="2390156" y="2786058"/>
              <a:ext cx="45719" cy="250033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2446428" y="3286124"/>
              <a:ext cx="62887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597</Words>
  <Application>Microsoft Office PowerPoint</Application>
  <PresentationFormat>Custom</PresentationFormat>
  <Paragraphs>198</Paragraphs>
  <Slides>24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Slide 1</vt:lpstr>
      <vt:lpstr> n    </vt:lpstr>
      <vt:lpstr>     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106</cp:revision>
  <dcterms:created xsi:type="dcterms:W3CDTF">2025-10-17T11:08:04Z</dcterms:created>
  <dcterms:modified xsi:type="dcterms:W3CDTF">2026-04-16T04:44:32Z</dcterms:modified>
</cp:coreProperties>
</file>