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rawings/drawing3.xml" ContentType="application/vnd.openxmlformats-officedocument.drawingml.chartshap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rawings/drawing1.xml" ContentType="application/vnd.openxmlformats-officedocument.drawingml.chartshapes+xml"/>
  <Override PartName="/ppt/drawings/drawing2.xml" ContentType="application/vnd.openxmlformats-officedocument.drawingml.chartshap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D:\research\Conference\Book1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D:\research\Conference\Book1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D:\research\Conference\Book1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research\Conference\Book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7.6934041781362691E-2"/>
          <c:y val="2.6590499716947151E-2"/>
          <c:w val="0.8992177197362522"/>
          <c:h val="0.85366716415350063"/>
        </c:manualLayout>
      </c:layout>
      <c:lineChart>
        <c:grouping val="standard"/>
        <c:ser>
          <c:idx val="0"/>
          <c:order val="0"/>
          <c:tx>
            <c:v>Accuracy (%)</c:v>
          </c:tx>
          <c:dLbls>
            <c:dLbl>
              <c:idx val="0"/>
              <c:layout>
                <c:manualLayout>
                  <c:x val="-5.6368563685636919E-2"/>
                  <c:y val="-5.2287581699346539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51.95</a:t>
                    </a:r>
                  </a:p>
                </c:rich>
              </c:tx>
              <c:showVal val="1"/>
            </c:dLbl>
            <c:dLbl>
              <c:idx val="1"/>
              <c:layout>
                <c:manualLayout>
                  <c:x val="-5.7393442247441598E-2"/>
                  <c:y val="-2.8012668524937806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75.82</a:t>
                    </a:r>
                  </a:p>
                </c:rich>
              </c:tx>
              <c:showVal val="1"/>
            </c:dLbl>
            <c:dLbl>
              <c:idx val="2"/>
              <c:layout>
                <c:manualLayout>
                  <c:x val="-4.9864498644986599E-2"/>
                  <c:y val="-5.5555555555555476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75.28</a:t>
                    </a:r>
                  </a:p>
                </c:rich>
              </c:tx>
              <c:showVal val="1"/>
            </c:dLbl>
            <c:dLbl>
              <c:idx val="3"/>
              <c:layout>
                <c:manualLayout>
                  <c:x val="-6.2872628726287377E-2"/>
                  <c:y val="-4.1666666666666692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85.55</a:t>
                    </a:r>
                  </a:p>
                </c:rich>
              </c:tx>
              <c:showVal val="1"/>
            </c:dLbl>
            <c:dLbl>
              <c:idx val="4"/>
              <c:layout>
                <c:manualLayout>
                  <c:x val="-6.2872628726287377E-2"/>
                  <c:y val="-3.2407407407407503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91.26</a:t>
                    </a:r>
                  </a:p>
                </c:rich>
              </c:tx>
              <c:showVal val="1"/>
            </c:dLbl>
            <c:dLbl>
              <c:idx val="5"/>
              <c:layout>
                <c:manualLayout>
                  <c:x val="-4.7696476964769738E-2"/>
                  <c:y val="-4.9836515533597581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91.32</a:t>
                    </a:r>
                  </a:p>
                </c:rich>
              </c:tx>
              <c:showVal val="1"/>
            </c:dLbl>
            <c:dLbl>
              <c:idx val="6"/>
              <c:layout>
                <c:manualLayout>
                  <c:x val="-3.6856368563685703E-2"/>
                  <c:y val="-3.2407407407407461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91.11</a:t>
                    </a:r>
                  </a:p>
                </c:rich>
              </c:tx>
              <c:showVal val="1"/>
            </c:dLbl>
            <c:dLbl>
              <c:idx val="7"/>
              <c:layout>
                <c:manualLayout>
                  <c:x val="-3.902439024390239E-2"/>
                  <c:y val="-3.2407407407407503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91.27</a:t>
                    </a:r>
                  </a:p>
                </c:rich>
              </c:tx>
              <c:showVal val="1"/>
            </c:dLbl>
            <c:dLbl>
              <c:idx val="8"/>
              <c:layout>
                <c:manualLayout>
                  <c:x val="-4.3360433604336217E-2"/>
                  <c:y val="-3.2407407407407503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91.26</a:t>
                    </a:r>
                  </a:p>
                </c:rich>
              </c:tx>
              <c:showVal val="1"/>
            </c:dLbl>
            <c:dLbl>
              <c:idx val="9"/>
              <c:layout>
                <c:manualLayout>
                  <c:x val="-4.3360433604336217E-2"/>
                  <c:y val="-4.1666666666666692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91.24</a:t>
                    </a:r>
                  </a:p>
                </c:rich>
              </c:tx>
              <c:showVal val="1"/>
            </c:dLbl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240</c:v>
                </c:pt>
                <c:pt idx="5">
                  <c:v>250</c:v>
                </c:pt>
                <c:pt idx="6">
                  <c:v>260</c:v>
                </c:pt>
                <c:pt idx="7">
                  <c:v>300</c:v>
                </c:pt>
                <c:pt idx="8">
                  <c:v>350</c:v>
                </c:pt>
                <c:pt idx="9">
                  <c:v>363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51.949999999999996</c:v>
                </c:pt>
                <c:pt idx="1">
                  <c:v>75.819999999999993</c:v>
                </c:pt>
                <c:pt idx="2">
                  <c:v>75.28</c:v>
                </c:pt>
                <c:pt idx="3">
                  <c:v>85.55</c:v>
                </c:pt>
                <c:pt idx="4">
                  <c:v>91.26</c:v>
                </c:pt>
                <c:pt idx="5">
                  <c:v>91.32</c:v>
                </c:pt>
                <c:pt idx="6">
                  <c:v>91.11</c:v>
                </c:pt>
                <c:pt idx="7">
                  <c:v>91.27</c:v>
                </c:pt>
                <c:pt idx="8">
                  <c:v>91.26</c:v>
                </c:pt>
                <c:pt idx="9">
                  <c:v>91.240000000000023</c:v>
                </c:pt>
              </c:numCache>
            </c:numRef>
          </c:val>
        </c:ser>
        <c:marker val="1"/>
        <c:axId val="90967040"/>
        <c:axId val="106324352"/>
      </c:lineChart>
      <c:catAx>
        <c:axId val="90967040"/>
        <c:scaling>
          <c:orientation val="minMax"/>
        </c:scaling>
        <c:axPos val="b"/>
        <c:numFmt formatCode="General" sourceLinked="1"/>
        <c:tickLblPos val="nextTo"/>
        <c:crossAx val="106324352"/>
        <c:crosses val="autoZero"/>
        <c:auto val="1"/>
        <c:lblAlgn val="ctr"/>
        <c:lblOffset val="100"/>
      </c:catAx>
      <c:valAx>
        <c:axId val="106324352"/>
        <c:scaling>
          <c:orientation val="minMax"/>
        </c:scaling>
        <c:axPos val="l"/>
        <c:majorGridlines/>
        <c:numFmt formatCode="General" sourceLinked="1"/>
        <c:tickLblPos val="nextTo"/>
        <c:crossAx val="90967040"/>
        <c:crosses val="autoZero"/>
        <c:crossBetween val="between"/>
      </c:valAx>
    </c:plotArea>
  </c:chart>
  <c:externalData r:id="rId1"/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7.6934041781362691E-2"/>
          <c:y val="2.6590499716947148E-2"/>
          <c:w val="0.89921771973625175"/>
          <c:h val="0.85366716415350063"/>
        </c:manualLayout>
      </c:layout>
      <c:lineChart>
        <c:grouping val="standard"/>
        <c:ser>
          <c:idx val="0"/>
          <c:order val="0"/>
          <c:tx>
            <c:v>Accuracy (%)</c:v>
          </c:tx>
          <c:dLbls>
            <c:dLbl>
              <c:idx val="0"/>
              <c:layout>
                <c:manualLayout>
                  <c:x val="-5.6368563685636912E-2"/>
                  <c:y val="-5.2287581699346539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51.95</a:t>
                    </a:r>
                  </a:p>
                </c:rich>
              </c:tx>
              <c:showVal val="1"/>
            </c:dLbl>
            <c:dLbl>
              <c:idx val="1"/>
              <c:layout>
                <c:manualLayout>
                  <c:x val="-5.7393442247441598E-2"/>
                  <c:y val="-2.8012668524937803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75.82</a:t>
                    </a:r>
                  </a:p>
                </c:rich>
              </c:tx>
              <c:showVal val="1"/>
            </c:dLbl>
            <c:dLbl>
              <c:idx val="2"/>
              <c:layout>
                <c:manualLayout>
                  <c:x val="-4.9864498644986599E-2"/>
                  <c:y val="-5.5555555555555455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75.28</a:t>
                    </a:r>
                  </a:p>
                </c:rich>
              </c:tx>
              <c:showVal val="1"/>
            </c:dLbl>
            <c:dLbl>
              <c:idx val="3"/>
              <c:layout>
                <c:manualLayout>
                  <c:x val="-6.2872628726287391E-2"/>
                  <c:y val="-4.1666666666666692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85.55</a:t>
                    </a:r>
                  </a:p>
                </c:rich>
              </c:tx>
              <c:showVal val="1"/>
            </c:dLbl>
            <c:dLbl>
              <c:idx val="4"/>
              <c:layout>
                <c:manualLayout>
                  <c:x val="-6.2872628726287391E-2"/>
                  <c:y val="-3.2407407407407496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91.26</a:t>
                    </a:r>
                  </a:p>
                </c:rich>
              </c:tx>
              <c:showVal val="1"/>
            </c:dLbl>
            <c:dLbl>
              <c:idx val="5"/>
              <c:layout>
                <c:manualLayout>
                  <c:x val="-4.7696476964769724E-2"/>
                  <c:y val="-4.9836515533597581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91.32</a:t>
                    </a:r>
                  </a:p>
                </c:rich>
              </c:tx>
              <c:showVal val="1"/>
            </c:dLbl>
            <c:dLbl>
              <c:idx val="6"/>
              <c:layout>
                <c:manualLayout>
                  <c:x val="-3.685636856368571E-2"/>
                  <c:y val="-3.2407407407407461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91.11</a:t>
                    </a:r>
                  </a:p>
                </c:rich>
              </c:tx>
              <c:showVal val="1"/>
            </c:dLbl>
            <c:dLbl>
              <c:idx val="7"/>
              <c:layout>
                <c:manualLayout>
                  <c:x val="-3.9024390243902383E-2"/>
                  <c:y val="-3.2407407407407496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91.27</a:t>
                    </a:r>
                  </a:p>
                </c:rich>
              </c:tx>
              <c:showVal val="1"/>
            </c:dLbl>
            <c:dLbl>
              <c:idx val="8"/>
              <c:layout>
                <c:manualLayout>
                  <c:x val="-4.3360433604336231E-2"/>
                  <c:y val="-3.2407407407407496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91.26</a:t>
                    </a:r>
                  </a:p>
                </c:rich>
              </c:tx>
              <c:showVal val="1"/>
            </c:dLbl>
            <c:dLbl>
              <c:idx val="9"/>
              <c:layout>
                <c:manualLayout>
                  <c:x val="-4.3360433604336231E-2"/>
                  <c:y val="-4.1666666666666692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91.24</a:t>
                    </a:r>
                  </a:p>
                </c:rich>
              </c:tx>
              <c:showVal val="1"/>
            </c:dLbl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240</c:v>
                </c:pt>
                <c:pt idx="5">
                  <c:v>250</c:v>
                </c:pt>
                <c:pt idx="6">
                  <c:v>260</c:v>
                </c:pt>
                <c:pt idx="7">
                  <c:v>300</c:v>
                </c:pt>
                <c:pt idx="8">
                  <c:v>350</c:v>
                </c:pt>
                <c:pt idx="9">
                  <c:v>363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51.95</c:v>
                </c:pt>
                <c:pt idx="1">
                  <c:v>75.819999999999993</c:v>
                </c:pt>
                <c:pt idx="2">
                  <c:v>75.28</c:v>
                </c:pt>
                <c:pt idx="3">
                  <c:v>85.55</c:v>
                </c:pt>
                <c:pt idx="4">
                  <c:v>91.26</c:v>
                </c:pt>
                <c:pt idx="5">
                  <c:v>91.32</c:v>
                </c:pt>
                <c:pt idx="6">
                  <c:v>91.11</c:v>
                </c:pt>
                <c:pt idx="7">
                  <c:v>91.27</c:v>
                </c:pt>
                <c:pt idx="8">
                  <c:v>91.26</c:v>
                </c:pt>
                <c:pt idx="9">
                  <c:v>91.240000000000023</c:v>
                </c:pt>
              </c:numCache>
            </c:numRef>
          </c:val>
        </c:ser>
        <c:marker val="1"/>
        <c:axId val="116142848"/>
        <c:axId val="116144384"/>
      </c:lineChart>
      <c:catAx>
        <c:axId val="116142848"/>
        <c:scaling>
          <c:orientation val="minMax"/>
        </c:scaling>
        <c:axPos val="b"/>
        <c:numFmt formatCode="General" sourceLinked="1"/>
        <c:tickLblPos val="nextTo"/>
        <c:crossAx val="116144384"/>
        <c:crosses val="autoZero"/>
        <c:auto val="1"/>
        <c:lblAlgn val="ctr"/>
        <c:lblOffset val="100"/>
      </c:catAx>
      <c:valAx>
        <c:axId val="116144384"/>
        <c:scaling>
          <c:orientation val="minMax"/>
        </c:scaling>
        <c:axPos val="l"/>
        <c:numFmt formatCode="General" sourceLinked="1"/>
        <c:tickLblPos val="nextTo"/>
        <c:crossAx val="116142848"/>
        <c:crosses val="autoZero"/>
        <c:crossBetween val="between"/>
      </c:valAx>
    </c:plotArea>
  </c:chart>
  <c:externalData r:id="rId1"/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5.4762078351317231E-2"/>
          <c:y val="3.1154032854444458E-2"/>
          <c:w val="0.93134903275979408"/>
          <c:h val="0.84683723662787391"/>
        </c:manualLayout>
      </c:layout>
      <c:lineChart>
        <c:grouping val="standard"/>
        <c:ser>
          <c:idx val="0"/>
          <c:order val="0"/>
          <c:tx>
            <c:v>Accuracy (%)</c:v>
          </c:tx>
          <c:dLbls>
            <c:dLbl>
              <c:idx val="0"/>
              <c:layout>
                <c:manualLayout>
                  <c:x val="-5.6368563685636884E-2"/>
                  <c:y val="-5.2287581699346511E-2"/>
                </c:manualLayout>
              </c:layout>
              <c:showVal val="1"/>
            </c:dLbl>
            <c:dLbl>
              <c:idx val="1"/>
              <c:layout>
                <c:manualLayout>
                  <c:x val="-4.7696476964769724E-2"/>
                  <c:y val="-5.5555555555555462E-2"/>
                </c:manualLayout>
              </c:layout>
              <c:showVal val="1"/>
            </c:dLbl>
            <c:dLbl>
              <c:idx val="2"/>
              <c:layout>
                <c:manualLayout>
                  <c:x val="-4.9864498644986578E-2"/>
                  <c:y val="-5.5555555555555462E-2"/>
                </c:manualLayout>
              </c:layout>
              <c:showVal val="1"/>
            </c:dLbl>
            <c:dLbl>
              <c:idx val="3"/>
              <c:layout>
                <c:manualLayout>
                  <c:x val="-6.2872628726287322E-2"/>
                  <c:y val="-4.1666666666666664E-2"/>
                </c:manualLayout>
              </c:layout>
              <c:showVal val="1"/>
            </c:dLbl>
            <c:dLbl>
              <c:idx val="4"/>
              <c:layout>
                <c:manualLayout>
                  <c:x val="-6.2872628726287322E-2"/>
                  <c:y val="-3.2407407407407468E-2"/>
                </c:manualLayout>
              </c:layout>
              <c:showVal val="1"/>
            </c:dLbl>
            <c:dLbl>
              <c:idx val="5"/>
              <c:layout>
                <c:manualLayout>
                  <c:x val="-4.7696476964769724E-2"/>
                  <c:y val="-4.9836515533597532E-2"/>
                </c:manualLayout>
              </c:layout>
              <c:showVal val="1"/>
            </c:dLbl>
            <c:dLbl>
              <c:idx val="6"/>
              <c:layout>
                <c:manualLayout>
                  <c:x val="-3.6856368563685696E-2"/>
                  <c:y val="-3.2407407407407447E-2"/>
                </c:manualLayout>
              </c:layout>
              <c:showVal val="1"/>
            </c:dLbl>
            <c:dLbl>
              <c:idx val="7"/>
              <c:layout>
                <c:manualLayout>
                  <c:x val="-3.902439024390237E-2"/>
                  <c:y val="-3.2407407407407468E-2"/>
                </c:manualLayout>
              </c:layout>
              <c:showVal val="1"/>
            </c:dLbl>
            <c:dLbl>
              <c:idx val="8"/>
              <c:layout>
                <c:manualLayout>
                  <c:x val="-4.3360433604336175E-2"/>
                  <c:y val="-3.2407407407407468E-2"/>
                </c:manualLayout>
              </c:layout>
              <c:showVal val="1"/>
            </c:dLbl>
            <c:dLbl>
              <c:idx val="9"/>
              <c:layout>
                <c:manualLayout>
                  <c:x val="-4.3360433604336175E-2"/>
                  <c:y val="-4.1666666666666664E-2"/>
                </c:manualLayout>
              </c:layout>
              <c:showVal val="1"/>
            </c:dLbl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240</c:v>
                </c:pt>
                <c:pt idx="5">
                  <c:v>250</c:v>
                </c:pt>
                <c:pt idx="6">
                  <c:v>260</c:v>
                </c:pt>
                <c:pt idx="7">
                  <c:v>300</c:v>
                </c:pt>
                <c:pt idx="8">
                  <c:v>350</c:v>
                </c:pt>
                <c:pt idx="9">
                  <c:v>363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51.95</c:v>
                </c:pt>
                <c:pt idx="1">
                  <c:v>75.819999999999993</c:v>
                </c:pt>
                <c:pt idx="2">
                  <c:v>75.28</c:v>
                </c:pt>
                <c:pt idx="3">
                  <c:v>85.55</c:v>
                </c:pt>
                <c:pt idx="4">
                  <c:v>91.26</c:v>
                </c:pt>
                <c:pt idx="5">
                  <c:v>91.32</c:v>
                </c:pt>
                <c:pt idx="6">
                  <c:v>91.11</c:v>
                </c:pt>
                <c:pt idx="7">
                  <c:v>91.27</c:v>
                </c:pt>
                <c:pt idx="8">
                  <c:v>91.26</c:v>
                </c:pt>
                <c:pt idx="9">
                  <c:v>91.240000000000023</c:v>
                </c:pt>
              </c:numCache>
            </c:numRef>
          </c:val>
        </c:ser>
        <c:marker val="1"/>
        <c:axId val="116070272"/>
        <c:axId val="116071808"/>
      </c:lineChart>
      <c:catAx>
        <c:axId val="116070272"/>
        <c:scaling>
          <c:orientation val="minMax"/>
        </c:scaling>
        <c:axPos val="b"/>
        <c:numFmt formatCode="General" sourceLinked="1"/>
        <c:tickLblPos val="nextTo"/>
        <c:crossAx val="116071808"/>
        <c:crosses val="autoZero"/>
        <c:auto val="1"/>
        <c:lblAlgn val="ctr"/>
        <c:lblOffset val="100"/>
      </c:catAx>
      <c:valAx>
        <c:axId val="116071808"/>
        <c:scaling>
          <c:orientation val="minMax"/>
        </c:scaling>
        <c:axPos val="l"/>
        <c:numFmt formatCode="General" sourceLinked="1"/>
        <c:tickLblPos val="nextTo"/>
        <c:crossAx val="116070272"/>
        <c:crosses val="autoZero"/>
        <c:crossBetween val="between"/>
      </c:valAx>
    </c:plotArea>
  </c:chart>
  <c:externalData r:id="rId1"/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0"/>
  <c:chart>
    <c:autoTitleDeleted val="1"/>
    <c:plotArea>
      <c:layout/>
      <c:lineChart>
        <c:grouping val="standard"/>
        <c:ser>
          <c:idx val="0"/>
          <c:order val="0"/>
          <c:tx>
            <c:v>Accuracy (%)</c:v>
          </c:tx>
          <c:dLbls>
            <c:dLbl>
              <c:idx val="0"/>
              <c:layout>
                <c:manualLayout>
                  <c:x val="-5.6368563685636884E-2"/>
                  <c:y val="-5.2287581699346511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51.95</a:t>
                    </a:r>
                  </a:p>
                </c:rich>
              </c:tx>
              <c:showVal val="1"/>
            </c:dLbl>
            <c:dLbl>
              <c:idx val="1"/>
              <c:layout>
                <c:manualLayout>
                  <c:x val="-4.7696476964769724E-2"/>
                  <c:y val="-5.5555555555555462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75.82</a:t>
                    </a:r>
                  </a:p>
                </c:rich>
              </c:tx>
              <c:showVal val="1"/>
            </c:dLbl>
            <c:dLbl>
              <c:idx val="2"/>
              <c:layout>
                <c:manualLayout>
                  <c:x val="-4.9864498644986578E-2"/>
                  <c:y val="-5.5555555555555462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75.28</a:t>
                    </a:r>
                  </a:p>
                </c:rich>
              </c:tx>
              <c:showVal val="1"/>
            </c:dLbl>
            <c:dLbl>
              <c:idx val="3"/>
              <c:layout>
                <c:manualLayout>
                  <c:x val="-6.2872628726287322E-2"/>
                  <c:y val="-4.1666666666666664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85.55</a:t>
                    </a:r>
                  </a:p>
                </c:rich>
              </c:tx>
              <c:showVal val="1"/>
            </c:dLbl>
            <c:dLbl>
              <c:idx val="4"/>
              <c:layout>
                <c:manualLayout>
                  <c:x val="-6.2872628726287322E-2"/>
                  <c:y val="-3.2407407407407468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91.26</a:t>
                    </a:r>
                  </a:p>
                </c:rich>
              </c:tx>
              <c:showVal val="1"/>
            </c:dLbl>
            <c:dLbl>
              <c:idx val="5"/>
              <c:layout>
                <c:manualLayout>
                  <c:x val="-4.7696476964769724E-2"/>
                  <c:y val="-4.9836515533597532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91.32</a:t>
                    </a:r>
                  </a:p>
                </c:rich>
              </c:tx>
              <c:showVal val="1"/>
            </c:dLbl>
            <c:dLbl>
              <c:idx val="6"/>
              <c:layout>
                <c:manualLayout>
                  <c:x val="-3.6856368563685696E-2"/>
                  <c:y val="-3.2407407407407447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91.11</a:t>
                    </a:r>
                  </a:p>
                </c:rich>
              </c:tx>
              <c:showVal val="1"/>
            </c:dLbl>
            <c:dLbl>
              <c:idx val="7"/>
              <c:layout>
                <c:manualLayout>
                  <c:x val="-3.902439024390237E-2"/>
                  <c:y val="-3.2407407407407468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91.27</a:t>
                    </a:r>
                  </a:p>
                </c:rich>
              </c:tx>
              <c:showVal val="1"/>
            </c:dLbl>
            <c:dLbl>
              <c:idx val="8"/>
              <c:layout>
                <c:manualLayout>
                  <c:x val="-4.3360433604336175E-2"/>
                  <c:y val="-3.2407407407407468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91.26</a:t>
                    </a:r>
                  </a:p>
                </c:rich>
              </c:tx>
              <c:showVal val="1"/>
            </c:dLbl>
            <c:dLbl>
              <c:idx val="9"/>
              <c:layout>
                <c:manualLayout>
                  <c:x val="-4.3360433604336175E-2"/>
                  <c:y val="-4.1666666666666664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/>
                      <a:t>91.24</a:t>
                    </a:r>
                  </a:p>
                </c:rich>
              </c:tx>
              <c:showVal val="1"/>
            </c:dLbl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240</c:v>
                </c:pt>
                <c:pt idx="5">
                  <c:v>250</c:v>
                </c:pt>
                <c:pt idx="6">
                  <c:v>260</c:v>
                </c:pt>
                <c:pt idx="7">
                  <c:v>300</c:v>
                </c:pt>
                <c:pt idx="8">
                  <c:v>350</c:v>
                </c:pt>
                <c:pt idx="9">
                  <c:v>363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51.949999999999996</c:v>
                </c:pt>
                <c:pt idx="1">
                  <c:v>75.819999999999993</c:v>
                </c:pt>
                <c:pt idx="2">
                  <c:v>75.28</c:v>
                </c:pt>
                <c:pt idx="3">
                  <c:v>85.55</c:v>
                </c:pt>
                <c:pt idx="4">
                  <c:v>91.26</c:v>
                </c:pt>
                <c:pt idx="5">
                  <c:v>91.32</c:v>
                </c:pt>
                <c:pt idx="6">
                  <c:v>91.11</c:v>
                </c:pt>
                <c:pt idx="7">
                  <c:v>91.27</c:v>
                </c:pt>
                <c:pt idx="8">
                  <c:v>91.26</c:v>
                </c:pt>
                <c:pt idx="9">
                  <c:v>91.240000000000009</c:v>
                </c:pt>
              </c:numCache>
            </c:numRef>
          </c:val>
        </c:ser>
        <c:marker val="1"/>
        <c:axId val="116112384"/>
        <c:axId val="116114176"/>
      </c:lineChart>
      <c:catAx>
        <c:axId val="116112384"/>
        <c:scaling>
          <c:orientation val="minMax"/>
        </c:scaling>
        <c:axPos val="b"/>
        <c:numFmt formatCode="General" sourceLinked="1"/>
        <c:tickLblPos val="nextTo"/>
        <c:crossAx val="116114176"/>
        <c:crosses val="autoZero"/>
        <c:auto val="1"/>
        <c:lblAlgn val="ctr"/>
        <c:lblOffset val="100"/>
      </c:catAx>
      <c:valAx>
        <c:axId val="116114176"/>
        <c:scaling>
          <c:orientation val="minMax"/>
          <c:min val="50"/>
        </c:scaling>
        <c:axPos val="l"/>
        <c:numFmt formatCode="General" sourceLinked="1"/>
        <c:tickLblPos val="nextTo"/>
        <c:crossAx val="116112384"/>
        <c:crosses val="autoZero"/>
        <c:crossBetween val="between"/>
      </c:valAx>
    </c:plotArea>
  </c:chart>
  <c:txPr>
    <a:bodyPr/>
    <a:lstStyle/>
    <a:p>
      <a:pPr>
        <a:defRPr sz="1800"/>
      </a:pPr>
      <a:endParaRPr lang="en-US"/>
    </a:p>
  </c:txPr>
  <c:externalData r:id="rId1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0.39349</cdr:x>
      <cdr:y>0.93137</cdr:y>
    </cdr:from>
    <cdr:to>
      <cdr:x>0.74471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305044" y="2724143"/>
          <a:ext cx="2057403" cy="2000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400" dirty="0"/>
            <a:t>Top Principle Components</a:t>
          </a:r>
        </a:p>
      </cdr:txBody>
    </cdr:sp>
  </cdr:relSizeAnchor>
  <cdr:relSizeAnchor xmlns:cdr="http://schemas.openxmlformats.org/drawingml/2006/chartDrawing">
    <cdr:from>
      <cdr:x>0</cdr:x>
      <cdr:y>0.31764</cdr:y>
    </cdr:from>
    <cdr:to>
      <cdr:x>0.07805</cdr:x>
      <cdr:y>0.68134</cdr:y>
    </cdr:to>
    <cdr:sp macro="" textlink="">
      <cdr:nvSpPr>
        <cdr:cNvPr id="4" name="TextBox 3"/>
        <cdr:cNvSpPr txBox="1"/>
      </cdr:nvSpPr>
      <cdr:spPr>
        <a:xfrm xmlns:a="http://schemas.openxmlformats.org/drawingml/2006/main" rot="16200000">
          <a:off x="-301421" y="1227238"/>
          <a:ext cx="1060043" cy="45720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400" dirty="0"/>
            <a:t>Accuracy (%)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0.39349</cdr:x>
      <cdr:y>0.93137</cdr:y>
    </cdr:from>
    <cdr:to>
      <cdr:x>0.74471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305044" y="2724143"/>
          <a:ext cx="2057403" cy="2000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400" dirty="0"/>
            <a:t>Top Principle Components</a:t>
          </a:r>
        </a:p>
      </cdr:txBody>
    </cdr:sp>
  </cdr:relSizeAnchor>
  <cdr:relSizeAnchor xmlns:cdr="http://schemas.openxmlformats.org/drawingml/2006/chartDrawing">
    <cdr:from>
      <cdr:x>0</cdr:x>
      <cdr:y>0.31764</cdr:y>
    </cdr:from>
    <cdr:to>
      <cdr:x>0.07805</cdr:x>
      <cdr:y>0.68134</cdr:y>
    </cdr:to>
    <cdr:sp macro="" textlink="">
      <cdr:nvSpPr>
        <cdr:cNvPr id="4" name="TextBox 3"/>
        <cdr:cNvSpPr txBox="1"/>
      </cdr:nvSpPr>
      <cdr:spPr>
        <a:xfrm xmlns:a="http://schemas.openxmlformats.org/drawingml/2006/main" rot="16200000">
          <a:off x="-301421" y="1227238"/>
          <a:ext cx="1060043" cy="45720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400" dirty="0"/>
            <a:t>Accuracy (%)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0.43056</cdr:x>
      <cdr:y>0.92494</cdr:y>
    </cdr:from>
    <cdr:to>
      <cdr:x>0.66893</cdr:x>
      <cdr:y>0.98808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543296" y="4186254"/>
          <a:ext cx="1961706" cy="28575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200" dirty="0"/>
            <a:t>Top Principle Components</a:t>
          </a:r>
        </a:p>
      </cdr:txBody>
    </cdr:sp>
  </cdr:relSizeAnchor>
  <cdr:relSizeAnchor xmlns:cdr="http://schemas.openxmlformats.org/drawingml/2006/chartDrawing">
    <cdr:from>
      <cdr:x>0</cdr:x>
      <cdr:y>0.22368</cdr:y>
    </cdr:from>
    <cdr:to>
      <cdr:x>0.03279</cdr:x>
      <cdr:y>0.60526</cdr:y>
    </cdr:to>
    <cdr:sp macro="" textlink="">
      <cdr:nvSpPr>
        <cdr:cNvPr id="5" name="TextBox 4"/>
        <cdr:cNvSpPr txBox="1"/>
      </cdr:nvSpPr>
      <cdr:spPr>
        <a:xfrm xmlns:a="http://schemas.openxmlformats.org/drawingml/2006/main" rot="16200000">
          <a:off x="-892975" y="2107421"/>
          <a:ext cx="2071702" cy="28575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200" dirty="0" smtClean="0"/>
            <a:t>Accuracy (%)</a:t>
          </a:r>
          <a:endParaRPr lang="en-US" sz="12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E08B2-3CBE-47D9-A771-28AB5E0315D4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C44FE-B2EE-499D-BF96-3D5B351FB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571480"/>
            <a:ext cx="8572560" cy="5357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857224" y="928670"/>
          <a:ext cx="7858180" cy="5072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857224" y="928670"/>
          <a:ext cx="7858180" cy="5072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4282" y="1000108"/>
          <a:ext cx="8715436" cy="5429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642918"/>
          <a:ext cx="8229600" cy="5483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 rot="16200000">
            <a:off x="-535817" y="2943995"/>
            <a:ext cx="1643075" cy="2857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Accuracy (%)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71802" y="6115508"/>
            <a:ext cx="2786082" cy="357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Top Principle Components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60</Words>
  <Application>Microsoft Office PowerPoint</Application>
  <PresentationFormat>On-screen Show (4:3)</PresentationFormat>
  <Paragraphs>48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8</cp:revision>
  <dcterms:created xsi:type="dcterms:W3CDTF">2025-09-17T07:11:02Z</dcterms:created>
  <dcterms:modified xsi:type="dcterms:W3CDTF">2026-02-22T05:26:28Z</dcterms:modified>
</cp:coreProperties>
</file>